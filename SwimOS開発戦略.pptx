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
  </p:notesMasterIdLst>
  <p:sldIdLst>
    <p:sldId id="256" r:id="rId3"/>
    <p:sldId id="302" r:id="rId4"/>
    <p:sldId id="303" r:id="rId5"/>
    <p:sldId id="296" r:id="rId6"/>
    <p:sldId id="299" r:id="rId7"/>
    <p:sldId id="300" r:id="rId8"/>
    <p:sldId id="301"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1950" y="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743862-35D3-47D4-AE0B-DF30020130C0}" type="datetimeFigureOut">
              <a:rPr kumimoji="1" lang="ja-JP" altLang="en-US" smtClean="0"/>
              <a:t>2026/5/9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90C7A6-3128-4FFC-9ECE-2AE39EDCC003}" type="slidenum">
              <a:rPr kumimoji="1" lang="ja-JP" altLang="en-US" smtClean="0"/>
              <a:t>‹#›</a:t>
            </a:fld>
            <a:endParaRPr kumimoji="1" lang="ja-JP" altLang="en-US"/>
          </a:p>
        </p:txBody>
      </p:sp>
    </p:spTree>
    <p:extLst>
      <p:ext uri="{BB962C8B-B14F-4D97-AF65-F5344CB8AC3E}">
        <p14:creationId xmlns:p14="http://schemas.microsoft.com/office/powerpoint/2010/main" val="269859490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a:extLst>
            <a:ext uri="{FF2B5EF4-FFF2-40B4-BE49-F238E27FC236}">
              <a16:creationId xmlns:a16="http://schemas.microsoft.com/office/drawing/2014/main" id="{4D2D7DB0-382A-E2D8-3538-E349D18B0BC1}"/>
            </a:ext>
          </a:extLst>
        </p:cNvPr>
        <p:cNvGrpSpPr/>
        <p:nvPr/>
      </p:nvGrpSpPr>
      <p:grpSpPr>
        <a:xfrm>
          <a:off x="0" y="0"/>
          <a:ext cx="0" cy="0"/>
          <a:chOff x="0" y="0"/>
          <a:chExt cx="0" cy="0"/>
        </a:xfrm>
      </p:grpSpPr>
      <p:sp>
        <p:nvSpPr>
          <p:cNvPr id="264" name="Google Shape;264;p6:notes">
            <a:extLst>
              <a:ext uri="{FF2B5EF4-FFF2-40B4-BE49-F238E27FC236}">
                <a16:creationId xmlns:a16="http://schemas.microsoft.com/office/drawing/2014/main" id="{1FD24816-66D8-3E79-C080-C4C27BC73C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6:notes">
            <a:extLst>
              <a:ext uri="{FF2B5EF4-FFF2-40B4-BE49-F238E27FC236}">
                <a16:creationId xmlns:a16="http://schemas.microsoft.com/office/drawing/2014/main" id="{918C7C9B-D3C3-DB97-12AF-5FB4964422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4315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a:extLst>
            <a:ext uri="{FF2B5EF4-FFF2-40B4-BE49-F238E27FC236}">
              <a16:creationId xmlns:a16="http://schemas.microsoft.com/office/drawing/2014/main" id="{A382C11E-FA2D-0E61-A89F-1FC90B673651}"/>
            </a:ext>
          </a:extLst>
        </p:cNvPr>
        <p:cNvGrpSpPr/>
        <p:nvPr/>
      </p:nvGrpSpPr>
      <p:grpSpPr>
        <a:xfrm>
          <a:off x="0" y="0"/>
          <a:ext cx="0" cy="0"/>
          <a:chOff x="0" y="0"/>
          <a:chExt cx="0" cy="0"/>
        </a:xfrm>
      </p:grpSpPr>
      <p:sp>
        <p:nvSpPr>
          <p:cNvPr id="264" name="Google Shape;264;p6:notes">
            <a:extLst>
              <a:ext uri="{FF2B5EF4-FFF2-40B4-BE49-F238E27FC236}">
                <a16:creationId xmlns:a16="http://schemas.microsoft.com/office/drawing/2014/main" id="{B455D23C-C6EB-F94C-5443-55788A08AB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6:notes">
            <a:extLst>
              <a:ext uri="{FF2B5EF4-FFF2-40B4-BE49-F238E27FC236}">
                <a16:creationId xmlns:a16="http://schemas.microsoft.com/office/drawing/2014/main" id="{298D7598-5BBA-138C-E718-3D9608453C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4248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a:extLst>
            <a:ext uri="{FF2B5EF4-FFF2-40B4-BE49-F238E27FC236}">
              <a16:creationId xmlns:a16="http://schemas.microsoft.com/office/drawing/2014/main" id="{06D1D7F7-B362-6630-FE12-C59E68699CE5}"/>
            </a:ext>
          </a:extLst>
        </p:cNvPr>
        <p:cNvGrpSpPr/>
        <p:nvPr/>
      </p:nvGrpSpPr>
      <p:grpSpPr>
        <a:xfrm>
          <a:off x="0" y="0"/>
          <a:ext cx="0" cy="0"/>
          <a:chOff x="0" y="0"/>
          <a:chExt cx="0" cy="0"/>
        </a:xfrm>
      </p:grpSpPr>
      <p:sp>
        <p:nvSpPr>
          <p:cNvPr id="264" name="Google Shape;264;p6:notes">
            <a:extLst>
              <a:ext uri="{FF2B5EF4-FFF2-40B4-BE49-F238E27FC236}">
                <a16:creationId xmlns:a16="http://schemas.microsoft.com/office/drawing/2014/main" id="{F391015B-D531-7BF6-2F21-67B22191EA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6:notes">
            <a:extLst>
              <a:ext uri="{FF2B5EF4-FFF2-40B4-BE49-F238E27FC236}">
                <a16:creationId xmlns:a16="http://schemas.microsoft.com/office/drawing/2014/main" id="{CB1AB303-A143-A293-9A00-76AF46CE0B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209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a:extLst>
            <a:ext uri="{FF2B5EF4-FFF2-40B4-BE49-F238E27FC236}">
              <a16:creationId xmlns:a16="http://schemas.microsoft.com/office/drawing/2014/main" id="{26CC0407-79DB-FC04-C8C0-B34B2961F2BA}"/>
            </a:ext>
          </a:extLst>
        </p:cNvPr>
        <p:cNvGrpSpPr/>
        <p:nvPr/>
      </p:nvGrpSpPr>
      <p:grpSpPr>
        <a:xfrm>
          <a:off x="0" y="0"/>
          <a:ext cx="0" cy="0"/>
          <a:chOff x="0" y="0"/>
          <a:chExt cx="0" cy="0"/>
        </a:xfrm>
      </p:grpSpPr>
      <p:sp>
        <p:nvSpPr>
          <p:cNvPr id="264" name="Google Shape;264;p6:notes">
            <a:extLst>
              <a:ext uri="{FF2B5EF4-FFF2-40B4-BE49-F238E27FC236}">
                <a16:creationId xmlns:a16="http://schemas.microsoft.com/office/drawing/2014/main" id="{520B4A5C-6C1E-40C2-CFC8-31552260B8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6:notes">
            <a:extLst>
              <a:ext uri="{FF2B5EF4-FFF2-40B4-BE49-F238E27FC236}">
                <a16:creationId xmlns:a16="http://schemas.microsoft.com/office/drawing/2014/main" id="{187BB3BD-FF14-F1B6-52F7-A2FC312082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9113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a:extLst>
            <a:ext uri="{FF2B5EF4-FFF2-40B4-BE49-F238E27FC236}">
              <a16:creationId xmlns:a16="http://schemas.microsoft.com/office/drawing/2014/main" id="{4D0DDFE7-FE43-75F1-6160-393B33FCC61B}"/>
            </a:ext>
          </a:extLst>
        </p:cNvPr>
        <p:cNvGrpSpPr/>
        <p:nvPr/>
      </p:nvGrpSpPr>
      <p:grpSpPr>
        <a:xfrm>
          <a:off x="0" y="0"/>
          <a:ext cx="0" cy="0"/>
          <a:chOff x="0" y="0"/>
          <a:chExt cx="0" cy="0"/>
        </a:xfrm>
      </p:grpSpPr>
      <p:sp>
        <p:nvSpPr>
          <p:cNvPr id="264" name="Google Shape;264;p6:notes">
            <a:extLst>
              <a:ext uri="{FF2B5EF4-FFF2-40B4-BE49-F238E27FC236}">
                <a16:creationId xmlns:a16="http://schemas.microsoft.com/office/drawing/2014/main" id="{AF7AE4B8-96F3-AE3A-BDBA-B979CA2BC6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6:notes">
            <a:extLst>
              <a:ext uri="{FF2B5EF4-FFF2-40B4-BE49-F238E27FC236}">
                <a16:creationId xmlns:a16="http://schemas.microsoft.com/office/drawing/2014/main" id="{0EEADB78-A089-E85C-40CE-CB0634B267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9914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a:extLst>
            <a:ext uri="{FF2B5EF4-FFF2-40B4-BE49-F238E27FC236}">
              <a16:creationId xmlns:a16="http://schemas.microsoft.com/office/drawing/2014/main" id="{9340AABF-BB18-08E8-2A81-78DBD4F9F355}"/>
            </a:ext>
          </a:extLst>
        </p:cNvPr>
        <p:cNvGrpSpPr/>
        <p:nvPr/>
      </p:nvGrpSpPr>
      <p:grpSpPr>
        <a:xfrm>
          <a:off x="0" y="0"/>
          <a:ext cx="0" cy="0"/>
          <a:chOff x="0" y="0"/>
          <a:chExt cx="0" cy="0"/>
        </a:xfrm>
      </p:grpSpPr>
      <p:sp>
        <p:nvSpPr>
          <p:cNvPr id="264" name="Google Shape;264;p6:notes">
            <a:extLst>
              <a:ext uri="{FF2B5EF4-FFF2-40B4-BE49-F238E27FC236}">
                <a16:creationId xmlns:a16="http://schemas.microsoft.com/office/drawing/2014/main" id="{BA11FF96-CAFD-25DF-01D6-FBB872529F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6:notes">
            <a:extLst>
              <a:ext uri="{FF2B5EF4-FFF2-40B4-BE49-F238E27FC236}">
                <a16:creationId xmlns:a16="http://schemas.microsoft.com/office/drawing/2014/main" id="{98BDDD62-BCAC-DC30-C166-A6B5C03076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38139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7191C8-1177-2156-8FC3-6BCD0165872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2DADB7B-484F-CF50-3E86-F9A0492C0C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CA75A81-DD6A-2FC1-D326-1743B31B1EA1}"/>
              </a:ext>
            </a:extLst>
          </p:cNvPr>
          <p:cNvSpPr>
            <a:spLocks noGrp="1"/>
          </p:cNvSpPr>
          <p:nvPr>
            <p:ph type="dt" sz="half" idx="10"/>
          </p:nvPr>
        </p:nvSpPr>
        <p:spPr/>
        <p:txBody>
          <a:bodyPr/>
          <a:lstStyle/>
          <a:p>
            <a:fld id="{5DA69D51-6CD1-4A0E-BB29-19E51C79D946}" type="datetimeFigureOut">
              <a:rPr kumimoji="1" lang="ja-JP" altLang="en-US" smtClean="0"/>
              <a:t>2026/5/9</a:t>
            </a:fld>
            <a:endParaRPr kumimoji="1" lang="ja-JP" altLang="en-US"/>
          </a:p>
        </p:txBody>
      </p:sp>
      <p:sp>
        <p:nvSpPr>
          <p:cNvPr id="5" name="フッター プレースホルダー 4">
            <a:extLst>
              <a:ext uri="{FF2B5EF4-FFF2-40B4-BE49-F238E27FC236}">
                <a16:creationId xmlns:a16="http://schemas.microsoft.com/office/drawing/2014/main" id="{46744926-8B83-5CEF-5A69-5265B03C5FF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0ED9CB-917C-D8B7-9EBB-9BE321793CDC}"/>
              </a:ext>
            </a:extLst>
          </p:cNvPr>
          <p:cNvSpPr>
            <a:spLocks noGrp="1"/>
          </p:cNvSpPr>
          <p:nvPr>
            <p:ph type="sldNum" sz="quarter" idx="12"/>
          </p:nvPr>
        </p:nvSpPr>
        <p:spPr/>
        <p:txBody>
          <a:bodyPr/>
          <a:lstStyle/>
          <a:p>
            <a:fld id="{6144B354-3F41-487A-866B-CDA8C2FAB650}" type="slidenum">
              <a:rPr kumimoji="1" lang="ja-JP" altLang="en-US" smtClean="0"/>
              <a:t>‹#›</a:t>
            </a:fld>
            <a:endParaRPr kumimoji="1" lang="ja-JP" altLang="en-US"/>
          </a:p>
        </p:txBody>
      </p:sp>
    </p:spTree>
    <p:extLst>
      <p:ext uri="{BB962C8B-B14F-4D97-AF65-F5344CB8AC3E}">
        <p14:creationId xmlns:p14="http://schemas.microsoft.com/office/powerpoint/2010/main" val="2453519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6BEFC5-E3E1-B71E-0E19-95C8BB9B575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87030BC-DFD9-6714-709A-957E6D4A815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AC01DCA-9550-5520-C88C-01F9F0FD1046}"/>
              </a:ext>
            </a:extLst>
          </p:cNvPr>
          <p:cNvSpPr>
            <a:spLocks noGrp="1"/>
          </p:cNvSpPr>
          <p:nvPr>
            <p:ph type="dt" sz="half" idx="10"/>
          </p:nvPr>
        </p:nvSpPr>
        <p:spPr/>
        <p:txBody>
          <a:bodyPr/>
          <a:lstStyle/>
          <a:p>
            <a:fld id="{5DA69D51-6CD1-4A0E-BB29-19E51C79D946}" type="datetimeFigureOut">
              <a:rPr kumimoji="1" lang="ja-JP" altLang="en-US" smtClean="0"/>
              <a:t>2026/5/9</a:t>
            </a:fld>
            <a:endParaRPr kumimoji="1" lang="ja-JP" altLang="en-US"/>
          </a:p>
        </p:txBody>
      </p:sp>
      <p:sp>
        <p:nvSpPr>
          <p:cNvPr id="5" name="フッター プレースホルダー 4">
            <a:extLst>
              <a:ext uri="{FF2B5EF4-FFF2-40B4-BE49-F238E27FC236}">
                <a16:creationId xmlns:a16="http://schemas.microsoft.com/office/drawing/2014/main" id="{8AE7F60F-F7CA-DA0D-F233-305B2839C79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0C3AE14-8B0A-C816-C3F7-97C570B30CD6}"/>
              </a:ext>
            </a:extLst>
          </p:cNvPr>
          <p:cNvSpPr>
            <a:spLocks noGrp="1"/>
          </p:cNvSpPr>
          <p:nvPr>
            <p:ph type="sldNum" sz="quarter" idx="12"/>
          </p:nvPr>
        </p:nvSpPr>
        <p:spPr/>
        <p:txBody>
          <a:bodyPr/>
          <a:lstStyle/>
          <a:p>
            <a:fld id="{6144B354-3F41-487A-866B-CDA8C2FAB650}" type="slidenum">
              <a:rPr kumimoji="1" lang="ja-JP" altLang="en-US" smtClean="0"/>
              <a:t>‹#›</a:t>
            </a:fld>
            <a:endParaRPr kumimoji="1" lang="ja-JP" altLang="en-US"/>
          </a:p>
        </p:txBody>
      </p:sp>
    </p:spTree>
    <p:extLst>
      <p:ext uri="{BB962C8B-B14F-4D97-AF65-F5344CB8AC3E}">
        <p14:creationId xmlns:p14="http://schemas.microsoft.com/office/powerpoint/2010/main" val="2168361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815BB8-F216-D0A0-CDBA-056A85B6E2D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A65CA6E-2F2A-D637-98CB-94E562CE22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1732B4E-771B-E5BC-475D-5DFC02CED495}"/>
              </a:ext>
            </a:extLst>
          </p:cNvPr>
          <p:cNvSpPr>
            <a:spLocks noGrp="1"/>
          </p:cNvSpPr>
          <p:nvPr>
            <p:ph type="dt" sz="half" idx="10"/>
          </p:nvPr>
        </p:nvSpPr>
        <p:spPr/>
        <p:txBody>
          <a:bodyPr/>
          <a:lstStyle/>
          <a:p>
            <a:fld id="{5DA69D51-6CD1-4A0E-BB29-19E51C79D946}" type="datetimeFigureOut">
              <a:rPr kumimoji="1" lang="ja-JP" altLang="en-US" smtClean="0"/>
              <a:t>2026/5/9</a:t>
            </a:fld>
            <a:endParaRPr kumimoji="1" lang="ja-JP" altLang="en-US"/>
          </a:p>
        </p:txBody>
      </p:sp>
      <p:sp>
        <p:nvSpPr>
          <p:cNvPr id="5" name="フッター プレースホルダー 4">
            <a:extLst>
              <a:ext uri="{FF2B5EF4-FFF2-40B4-BE49-F238E27FC236}">
                <a16:creationId xmlns:a16="http://schemas.microsoft.com/office/drawing/2014/main" id="{909532B7-A891-C76B-340C-064008F65CD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FA8E27-CC37-05C1-DBC3-74EE876F82A6}"/>
              </a:ext>
            </a:extLst>
          </p:cNvPr>
          <p:cNvSpPr>
            <a:spLocks noGrp="1"/>
          </p:cNvSpPr>
          <p:nvPr>
            <p:ph type="sldNum" sz="quarter" idx="12"/>
          </p:nvPr>
        </p:nvSpPr>
        <p:spPr/>
        <p:txBody>
          <a:bodyPr/>
          <a:lstStyle/>
          <a:p>
            <a:fld id="{6144B354-3F41-487A-866B-CDA8C2FAB650}" type="slidenum">
              <a:rPr kumimoji="1" lang="ja-JP" altLang="en-US" smtClean="0"/>
              <a:t>‹#›</a:t>
            </a:fld>
            <a:endParaRPr kumimoji="1" lang="ja-JP" altLang="en-US"/>
          </a:p>
        </p:txBody>
      </p:sp>
    </p:spTree>
    <p:extLst>
      <p:ext uri="{BB962C8B-B14F-4D97-AF65-F5344CB8AC3E}">
        <p14:creationId xmlns:p14="http://schemas.microsoft.com/office/powerpoint/2010/main" val="3627094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365F24-7551-ED38-F067-21DCC092F75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66ABA6B-1B25-8576-17AB-53104FC8EA1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669F675-DE71-C765-3334-B75B35DA82F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03FA17C-1405-D288-0E41-DE1503267EC7}"/>
              </a:ext>
            </a:extLst>
          </p:cNvPr>
          <p:cNvSpPr>
            <a:spLocks noGrp="1"/>
          </p:cNvSpPr>
          <p:nvPr>
            <p:ph type="dt" sz="half" idx="10"/>
          </p:nvPr>
        </p:nvSpPr>
        <p:spPr/>
        <p:txBody>
          <a:bodyPr/>
          <a:lstStyle/>
          <a:p>
            <a:fld id="{5DA69D51-6CD1-4A0E-BB29-19E51C79D946}" type="datetimeFigureOut">
              <a:rPr kumimoji="1" lang="ja-JP" altLang="en-US" smtClean="0"/>
              <a:t>2026/5/9</a:t>
            </a:fld>
            <a:endParaRPr kumimoji="1" lang="ja-JP" altLang="en-US"/>
          </a:p>
        </p:txBody>
      </p:sp>
      <p:sp>
        <p:nvSpPr>
          <p:cNvPr id="6" name="フッター プレースホルダー 5">
            <a:extLst>
              <a:ext uri="{FF2B5EF4-FFF2-40B4-BE49-F238E27FC236}">
                <a16:creationId xmlns:a16="http://schemas.microsoft.com/office/drawing/2014/main" id="{9BEB8897-E1C7-9C8B-A3FA-17B3CD49B95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D271819-F091-2998-4A35-37E4B08C84EB}"/>
              </a:ext>
            </a:extLst>
          </p:cNvPr>
          <p:cNvSpPr>
            <a:spLocks noGrp="1"/>
          </p:cNvSpPr>
          <p:nvPr>
            <p:ph type="sldNum" sz="quarter" idx="12"/>
          </p:nvPr>
        </p:nvSpPr>
        <p:spPr/>
        <p:txBody>
          <a:bodyPr/>
          <a:lstStyle/>
          <a:p>
            <a:fld id="{6144B354-3F41-487A-866B-CDA8C2FAB650}" type="slidenum">
              <a:rPr kumimoji="1" lang="ja-JP" altLang="en-US" smtClean="0"/>
              <a:t>‹#›</a:t>
            </a:fld>
            <a:endParaRPr kumimoji="1" lang="ja-JP" altLang="en-US"/>
          </a:p>
        </p:txBody>
      </p:sp>
    </p:spTree>
    <p:extLst>
      <p:ext uri="{BB962C8B-B14F-4D97-AF65-F5344CB8AC3E}">
        <p14:creationId xmlns:p14="http://schemas.microsoft.com/office/powerpoint/2010/main" val="3717013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2AC54B-44B7-9789-410C-86C22A7551F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DFAE578-AB11-AF88-B9DC-27979318C8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4322629-1D42-4329-E578-7FFFA64394D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0F819D9-A5A4-32A8-4564-0A5307D9E7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584FAB4-A438-29B3-09FD-140960263EB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E284E48-E1CB-2523-9A30-86450FA2CEAE}"/>
              </a:ext>
            </a:extLst>
          </p:cNvPr>
          <p:cNvSpPr>
            <a:spLocks noGrp="1"/>
          </p:cNvSpPr>
          <p:nvPr>
            <p:ph type="dt" sz="half" idx="10"/>
          </p:nvPr>
        </p:nvSpPr>
        <p:spPr/>
        <p:txBody>
          <a:bodyPr/>
          <a:lstStyle/>
          <a:p>
            <a:fld id="{5DA69D51-6CD1-4A0E-BB29-19E51C79D946}" type="datetimeFigureOut">
              <a:rPr kumimoji="1" lang="ja-JP" altLang="en-US" smtClean="0"/>
              <a:t>2026/5/9</a:t>
            </a:fld>
            <a:endParaRPr kumimoji="1" lang="ja-JP" altLang="en-US"/>
          </a:p>
        </p:txBody>
      </p:sp>
      <p:sp>
        <p:nvSpPr>
          <p:cNvPr id="8" name="フッター プレースホルダー 7">
            <a:extLst>
              <a:ext uri="{FF2B5EF4-FFF2-40B4-BE49-F238E27FC236}">
                <a16:creationId xmlns:a16="http://schemas.microsoft.com/office/drawing/2014/main" id="{505D70D6-9C7A-286C-4EEF-D3D8F0EE859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225C3A84-84F4-FC18-58E4-0F07A35E0C1D}"/>
              </a:ext>
            </a:extLst>
          </p:cNvPr>
          <p:cNvSpPr>
            <a:spLocks noGrp="1"/>
          </p:cNvSpPr>
          <p:nvPr>
            <p:ph type="sldNum" sz="quarter" idx="12"/>
          </p:nvPr>
        </p:nvSpPr>
        <p:spPr/>
        <p:txBody>
          <a:bodyPr/>
          <a:lstStyle/>
          <a:p>
            <a:fld id="{6144B354-3F41-487A-866B-CDA8C2FAB650}" type="slidenum">
              <a:rPr kumimoji="1" lang="ja-JP" altLang="en-US" smtClean="0"/>
              <a:t>‹#›</a:t>
            </a:fld>
            <a:endParaRPr kumimoji="1" lang="ja-JP" altLang="en-US"/>
          </a:p>
        </p:txBody>
      </p:sp>
    </p:spTree>
    <p:extLst>
      <p:ext uri="{BB962C8B-B14F-4D97-AF65-F5344CB8AC3E}">
        <p14:creationId xmlns:p14="http://schemas.microsoft.com/office/powerpoint/2010/main" val="1576955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B7D29E-1901-10B4-8263-FED5CAC1A5A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BB69942-3963-9806-7F01-81D27F85B415}"/>
              </a:ext>
            </a:extLst>
          </p:cNvPr>
          <p:cNvSpPr>
            <a:spLocks noGrp="1"/>
          </p:cNvSpPr>
          <p:nvPr>
            <p:ph type="dt" sz="half" idx="10"/>
          </p:nvPr>
        </p:nvSpPr>
        <p:spPr/>
        <p:txBody>
          <a:bodyPr/>
          <a:lstStyle/>
          <a:p>
            <a:fld id="{5DA69D51-6CD1-4A0E-BB29-19E51C79D946}" type="datetimeFigureOut">
              <a:rPr kumimoji="1" lang="ja-JP" altLang="en-US" smtClean="0"/>
              <a:t>2026/5/9</a:t>
            </a:fld>
            <a:endParaRPr kumimoji="1" lang="ja-JP" altLang="en-US"/>
          </a:p>
        </p:txBody>
      </p:sp>
      <p:sp>
        <p:nvSpPr>
          <p:cNvPr id="4" name="フッター プレースホルダー 3">
            <a:extLst>
              <a:ext uri="{FF2B5EF4-FFF2-40B4-BE49-F238E27FC236}">
                <a16:creationId xmlns:a16="http://schemas.microsoft.com/office/drawing/2014/main" id="{51E56A8B-7035-BAA8-D398-D116B8B9445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37B19E8-2691-7102-FE5C-270605AECF8C}"/>
              </a:ext>
            </a:extLst>
          </p:cNvPr>
          <p:cNvSpPr>
            <a:spLocks noGrp="1"/>
          </p:cNvSpPr>
          <p:nvPr>
            <p:ph type="sldNum" sz="quarter" idx="12"/>
          </p:nvPr>
        </p:nvSpPr>
        <p:spPr/>
        <p:txBody>
          <a:bodyPr/>
          <a:lstStyle/>
          <a:p>
            <a:fld id="{6144B354-3F41-487A-866B-CDA8C2FAB650}" type="slidenum">
              <a:rPr kumimoji="1" lang="ja-JP" altLang="en-US" smtClean="0"/>
              <a:t>‹#›</a:t>
            </a:fld>
            <a:endParaRPr kumimoji="1" lang="ja-JP" altLang="en-US"/>
          </a:p>
        </p:txBody>
      </p:sp>
    </p:spTree>
    <p:extLst>
      <p:ext uri="{BB962C8B-B14F-4D97-AF65-F5344CB8AC3E}">
        <p14:creationId xmlns:p14="http://schemas.microsoft.com/office/powerpoint/2010/main" val="212724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0BB69FA-EB31-86BB-604A-C3EE959B915A}"/>
              </a:ext>
            </a:extLst>
          </p:cNvPr>
          <p:cNvSpPr>
            <a:spLocks noGrp="1"/>
          </p:cNvSpPr>
          <p:nvPr>
            <p:ph type="dt" sz="half" idx="10"/>
          </p:nvPr>
        </p:nvSpPr>
        <p:spPr/>
        <p:txBody>
          <a:bodyPr/>
          <a:lstStyle/>
          <a:p>
            <a:fld id="{5DA69D51-6CD1-4A0E-BB29-19E51C79D946}" type="datetimeFigureOut">
              <a:rPr kumimoji="1" lang="ja-JP" altLang="en-US" smtClean="0"/>
              <a:t>2026/5/9</a:t>
            </a:fld>
            <a:endParaRPr kumimoji="1" lang="ja-JP" altLang="en-US"/>
          </a:p>
        </p:txBody>
      </p:sp>
      <p:sp>
        <p:nvSpPr>
          <p:cNvPr id="3" name="フッター プレースホルダー 2">
            <a:extLst>
              <a:ext uri="{FF2B5EF4-FFF2-40B4-BE49-F238E27FC236}">
                <a16:creationId xmlns:a16="http://schemas.microsoft.com/office/drawing/2014/main" id="{96A112DD-D394-5657-C687-D545F146C95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CE92E43-83BA-563A-ACF4-6FE2B87D7DE2}"/>
              </a:ext>
            </a:extLst>
          </p:cNvPr>
          <p:cNvSpPr>
            <a:spLocks noGrp="1"/>
          </p:cNvSpPr>
          <p:nvPr>
            <p:ph type="sldNum" sz="quarter" idx="12"/>
          </p:nvPr>
        </p:nvSpPr>
        <p:spPr/>
        <p:txBody>
          <a:bodyPr/>
          <a:lstStyle/>
          <a:p>
            <a:fld id="{6144B354-3F41-487A-866B-CDA8C2FAB650}" type="slidenum">
              <a:rPr kumimoji="1" lang="ja-JP" altLang="en-US" smtClean="0"/>
              <a:t>‹#›</a:t>
            </a:fld>
            <a:endParaRPr kumimoji="1" lang="ja-JP" altLang="en-US"/>
          </a:p>
        </p:txBody>
      </p:sp>
    </p:spTree>
    <p:extLst>
      <p:ext uri="{BB962C8B-B14F-4D97-AF65-F5344CB8AC3E}">
        <p14:creationId xmlns:p14="http://schemas.microsoft.com/office/powerpoint/2010/main" val="3887750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FE7033-0367-D763-31CD-51E6F00ADD2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1662E3B-D416-1614-CBD6-FB79821FBB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91A4B0A-33E1-0152-51C3-96D8EC14FA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D03C1A3-1992-3CB5-97CB-831456B7A459}"/>
              </a:ext>
            </a:extLst>
          </p:cNvPr>
          <p:cNvSpPr>
            <a:spLocks noGrp="1"/>
          </p:cNvSpPr>
          <p:nvPr>
            <p:ph type="dt" sz="half" idx="10"/>
          </p:nvPr>
        </p:nvSpPr>
        <p:spPr/>
        <p:txBody>
          <a:bodyPr/>
          <a:lstStyle/>
          <a:p>
            <a:fld id="{5DA69D51-6CD1-4A0E-BB29-19E51C79D946}" type="datetimeFigureOut">
              <a:rPr kumimoji="1" lang="ja-JP" altLang="en-US" smtClean="0"/>
              <a:t>2026/5/9</a:t>
            </a:fld>
            <a:endParaRPr kumimoji="1" lang="ja-JP" altLang="en-US"/>
          </a:p>
        </p:txBody>
      </p:sp>
      <p:sp>
        <p:nvSpPr>
          <p:cNvPr id="6" name="フッター プレースホルダー 5">
            <a:extLst>
              <a:ext uri="{FF2B5EF4-FFF2-40B4-BE49-F238E27FC236}">
                <a16:creationId xmlns:a16="http://schemas.microsoft.com/office/drawing/2014/main" id="{FF860BBA-7437-E7AE-3B49-E16A318A06B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ABBD327-C929-C42D-8FCB-7B124947DED6}"/>
              </a:ext>
            </a:extLst>
          </p:cNvPr>
          <p:cNvSpPr>
            <a:spLocks noGrp="1"/>
          </p:cNvSpPr>
          <p:nvPr>
            <p:ph type="sldNum" sz="quarter" idx="12"/>
          </p:nvPr>
        </p:nvSpPr>
        <p:spPr/>
        <p:txBody>
          <a:bodyPr/>
          <a:lstStyle/>
          <a:p>
            <a:fld id="{6144B354-3F41-487A-866B-CDA8C2FAB650}" type="slidenum">
              <a:rPr kumimoji="1" lang="ja-JP" altLang="en-US" smtClean="0"/>
              <a:t>‹#›</a:t>
            </a:fld>
            <a:endParaRPr kumimoji="1" lang="ja-JP" altLang="en-US"/>
          </a:p>
        </p:txBody>
      </p:sp>
    </p:spTree>
    <p:extLst>
      <p:ext uri="{BB962C8B-B14F-4D97-AF65-F5344CB8AC3E}">
        <p14:creationId xmlns:p14="http://schemas.microsoft.com/office/powerpoint/2010/main" val="3005685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860B1A-ACF2-5E85-B4FC-F043D226F0B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45821D1-0750-F2C1-B998-A23FE6FB64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BCEC1F6-562F-AA0F-CEAF-F67B822E92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C55EB9D-1F5D-E903-EC39-08FEB957F496}"/>
              </a:ext>
            </a:extLst>
          </p:cNvPr>
          <p:cNvSpPr>
            <a:spLocks noGrp="1"/>
          </p:cNvSpPr>
          <p:nvPr>
            <p:ph type="dt" sz="half" idx="10"/>
          </p:nvPr>
        </p:nvSpPr>
        <p:spPr/>
        <p:txBody>
          <a:bodyPr/>
          <a:lstStyle/>
          <a:p>
            <a:fld id="{5DA69D51-6CD1-4A0E-BB29-19E51C79D946}" type="datetimeFigureOut">
              <a:rPr kumimoji="1" lang="ja-JP" altLang="en-US" smtClean="0"/>
              <a:t>2026/5/9</a:t>
            </a:fld>
            <a:endParaRPr kumimoji="1" lang="ja-JP" altLang="en-US"/>
          </a:p>
        </p:txBody>
      </p:sp>
      <p:sp>
        <p:nvSpPr>
          <p:cNvPr id="6" name="フッター プレースホルダー 5">
            <a:extLst>
              <a:ext uri="{FF2B5EF4-FFF2-40B4-BE49-F238E27FC236}">
                <a16:creationId xmlns:a16="http://schemas.microsoft.com/office/drawing/2014/main" id="{B7E2BDDA-0D6F-5549-4BF7-7EA3EAAC8CA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BC2744A-5791-2428-0264-B9788C770E34}"/>
              </a:ext>
            </a:extLst>
          </p:cNvPr>
          <p:cNvSpPr>
            <a:spLocks noGrp="1"/>
          </p:cNvSpPr>
          <p:nvPr>
            <p:ph type="sldNum" sz="quarter" idx="12"/>
          </p:nvPr>
        </p:nvSpPr>
        <p:spPr/>
        <p:txBody>
          <a:bodyPr/>
          <a:lstStyle/>
          <a:p>
            <a:fld id="{6144B354-3F41-487A-866B-CDA8C2FAB650}" type="slidenum">
              <a:rPr kumimoji="1" lang="ja-JP" altLang="en-US" smtClean="0"/>
              <a:t>‹#›</a:t>
            </a:fld>
            <a:endParaRPr kumimoji="1" lang="ja-JP" altLang="en-US"/>
          </a:p>
        </p:txBody>
      </p:sp>
    </p:spTree>
    <p:extLst>
      <p:ext uri="{BB962C8B-B14F-4D97-AF65-F5344CB8AC3E}">
        <p14:creationId xmlns:p14="http://schemas.microsoft.com/office/powerpoint/2010/main" val="2126167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7358BF-D968-A979-19EE-44982478969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AE8888A-E848-8D9C-EF56-8476F539750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94F2196-316E-A0CF-47D7-6C1ADF737508}"/>
              </a:ext>
            </a:extLst>
          </p:cNvPr>
          <p:cNvSpPr>
            <a:spLocks noGrp="1"/>
          </p:cNvSpPr>
          <p:nvPr>
            <p:ph type="dt" sz="half" idx="10"/>
          </p:nvPr>
        </p:nvSpPr>
        <p:spPr/>
        <p:txBody>
          <a:bodyPr/>
          <a:lstStyle/>
          <a:p>
            <a:fld id="{5DA69D51-6CD1-4A0E-BB29-19E51C79D946}" type="datetimeFigureOut">
              <a:rPr kumimoji="1" lang="ja-JP" altLang="en-US" smtClean="0"/>
              <a:t>2026/5/9</a:t>
            </a:fld>
            <a:endParaRPr kumimoji="1" lang="ja-JP" altLang="en-US"/>
          </a:p>
        </p:txBody>
      </p:sp>
      <p:sp>
        <p:nvSpPr>
          <p:cNvPr id="5" name="フッター プレースホルダー 4">
            <a:extLst>
              <a:ext uri="{FF2B5EF4-FFF2-40B4-BE49-F238E27FC236}">
                <a16:creationId xmlns:a16="http://schemas.microsoft.com/office/drawing/2014/main" id="{CF20BE0A-41BF-29E2-8408-A92C5C1AA9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D2E54F9-68C2-C1AA-76A8-9FA839213E23}"/>
              </a:ext>
            </a:extLst>
          </p:cNvPr>
          <p:cNvSpPr>
            <a:spLocks noGrp="1"/>
          </p:cNvSpPr>
          <p:nvPr>
            <p:ph type="sldNum" sz="quarter" idx="12"/>
          </p:nvPr>
        </p:nvSpPr>
        <p:spPr/>
        <p:txBody>
          <a:bodyPr/>
          <a:lstStyle/>
          <a:p>
            <a:fld id="{6144B354-3F41-487A-866B-CDA8C2FAB650}" type="slidenum">
              <a:rPr kumimoji="1" lang="ja-JP" altLang="en-US" smtClean="0"/>
              <a:t>‹#›</a:t>
            </a:fld>
            <a:endParaRPr kumimoji="1" lang="ja-JP" altLang="en-US"/>
          </a:p>
        </p:txBody>
      </p:sp>
    </p:spTree>
    <p:extLst>
      <p:ext uri="{BB962C8B-B14F-4D97-AF65-F5344CB8AC3E}">
        <p14:creationId xmlns:p14="http://schemas.microsoft.com/office/powerpoint/2010/main" val="1591496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D7F3770-5817-DF90-C90E-3BEF673D89D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F8DD79E-A80E-5EF0-52A0-2625B576B9F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0C83B20-4EE8-C260-730B-DC189AA0D83A}"/>
              </a:ext>
            </a:extLst>
          </p:cNvPr>
          <p:cNvSpPr>
            <a:spLocks noGrp="1"/>
          </p:cNvSpPr>
          <p:nvPr>
            <p:ph type="dt" sz="half" idx="10"/>
          </p:nvPr>
        </p:nvSpPr>
        <p:spPr/>
        <p:txBody>
          <a:bodyPr/>
          <a:lstStyle/>
          <a:p>
            <a:fld id="{5DA69D51-6CD1-4A0E-BB29-19E51C79D946}" type="datetimeFigureOut">
              <a:rPr kumimoji="1" lang="ja-JP" altLang="en-US" smtClean="0"/>
              <a:t>2026/5/9</a:t>
            </a:fld>
            <a:endParaRPr kumimoji="1" lang="ja-JP" altLang="en-US"/>
          </a:p>
        </p:txBody>
      </p:sp>
      <p:sp>
        <p:nvSpPr>
          <p:cNvPr id="5" name="フッター プレースホルダー 4">
            <a:extLst>
              <a:ext uri="{FF2B5EF4-FFF2-40B4-BE49-F238E27FC236}">
                <a16:creationId xmlns:a16="http://schemas.microsoft.com/office/drawing/2014/main" id="{A16D986B-A6AC-6797-D3CD-BE8AAED0049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DE59FD6-9BFE-959E-D03D-E7576E3A0486}"/>
              </a:ext>
            </a:extLst>
          </p:cNvPr>
          <p:cNvSpPr>
            <a:spLocks noGrp="1"/>
          </p:cNvSpPr>
          <p:nvPr>
            <p:ph type="sldNum" sz="quarter" idx="12"/>
          </p:nvPr>
        </p:nvSpPr>
        <p:spPr/>
        <p:txBody>
          <a:bodyPr/>
          <a:lstStyle/>
          <a:p>
            <a:fld id="{6144B354-3F41-487A-866B-CDA8C2FAB650}" type="slidenum">
              <a:rPr kumimoji="1" lang="ja-JP" altLang="en-US" smtClean="0"/>
              <a:t>‹#›</a:t>
            </a:fld>
            <a:endParaRPr kumimoji="1" lang="ja-JP" altLang="en-US"/>
          </a:p>
        </p:txBody>
      </p:sp>
    </p:spTree>
    <p:extLst>
      <p:ext uri="{BB962C8B-B14F-4D97-AF65-F5344CB8AC3E}">
        <p14:creationId xmlns:p14="http://schemas.microsoft.com/office/powerpoint/2010/main" val="3037069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0"/>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0"/>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0"/>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2749720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21"/>
          <p:cNvSpPr txBox="1">
            <a:spLocks noGrp="1"/>
          </p:cNvSpPr>
          <p:nvPr>
            <p:ph type="ctrTitle"/>
          </p:nvPr>
        </p:nvSpPr>
        <p:spPr>
          <a:xfrm>
            <a:off x="457200" y="1420283"/>
            <a:ext cx="5181600" cy="98001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1"/>
          <p:cNvSpPr txBox="1">
            <a:spLocks noGrp="1"/>
          </p:cNvSpPr>
          <p:nvPr>
            <p:ph type="subTitle" idx="1"/>
          </p:nvPr>
        </p:nvSpPr>
        <p:spPr>
          <a:xfrm>
            <a:off x="914400" y="2590800"/>
            <a:ext cx="4267200" cy="1168400"/>
          </a:xfrm>
          <a:prstGeom prst="rect">
            <a:avLst/>
          </a:prstGeom>
          <a:noFill/>
          <a:ln>
            <a:noFill/>
          </a:ln>
        </p:spPr>
        <p:txBody>
          <a:bodyPr spcFirstLastPara="1" wrap="square" lIns="91425" tIns="45700" rIns="91425" bIns="45700" anchor="t" anchorCtr="0">
            <a:normAutofit/>
          </a:bodyPr>
          <a:lstStyle>
            <a:lvl1pPr lvl="0" algn="ctr">
              <a:spcBef>
                <a:spcPts val="427"/>
              </a:spcBef>
              <a:spcAft>
                <a:spcPts val="0"/>
              </a:spcAft>
              <a:buClr>
                <a:srgbClr val="888888"/>
              </a:buClr>
              <a:buSzPts val="3200"/>
              <a:buNone/>
              <a:defRPr>
                <a:solidFill>
                  <a:srgbClr val="888888"/>
                </a:solidFill>
              </a:defRPr>
            </a:lvl1pPr>
            <a:lvl2pPr lvl="1" algn="ctr">
              <a:spcBef>
                <a:spcPts val="373"/>
              </a:spcBef>
              <a:spcAft>
                <a:spcPts val="0"/>
              </a:spcAft>
              <a:buClr>
                <a:srgbClr val="888888"/>
              </a:buClr>
              <a:buSzPts val="2800"/>
              <a:buNone/>
              <a:defRPr>
                <a:solidFill>
                  <a:srgbClr val="888888"/>
                </a:solidFill>
              </a:defRPr>
            </a:lvl2pPr>
            <a:lvl3pPr lvl="2" algn="ctr">
              <a:spcBef>
                <a:spcPts val="320"/>
              </a:spcBef>
              <a:spcAft>
                <a:spcPts val="0"/>
              </a:spcAft>
              <a:buClr>
                <a:srgbClr val="888888"/>
              </a:buClr>
              <a:buSzPts val="2400"/>
              <a:buNone/>
              <a:defRPr>
                <a:solidFill>
                  <a:srgbClr val="888888"/>
                </a:solidFill>
              </a:defRPr>
            </a:lvl3pPr>
            <a:lvl4pPr lvl="3" algn="ctr">
              <a:spcBef>
                <a:spcPts val="267"/>
              </a:spcBef>
              <a:spcAft>
                <a:spcPts val="0"/>
              </a:spcAft>
              <a:buClr>
                <a:srgbClr val="888888"/>
              </a:buClr>
              <a:buSzPts val="2000"/>
              <a:buNone/>
              <a:defRPr>
                <a:solidFill>
                  <a:srgbClr val="888888"/>
                </a:solidFill>
              </a:defRPr>
            </a:lvl4pPr>
            <a:lvl5pPr lvl="4" algn="ctr">
              <a:spcBef>
                <a:spcPts val="267"/>
              </a:spcBef>
              <a:spcAft>
                <a:spcPts val="0"/>
              </a:spcAft>
              <a:buClr>
                <a:srgbClr val="888888"/>
              </a:buClr>
              <a:buSzPts val="2000"/>
              <a:buNone/>
              <a:defRPr>
                <a:solidFill>
                  <a:srgbClr val="888888"/>
                </a:solidFill>
              </a:defRPr>
            </a:lvl5pPr>
            <a:lvl6pPr lvl="5" algn="ctr">
              <a:spcBef>
                <a:spcPts val="267"/>
              </a:spcBef>
              <a:spcAft>
                <a:spcPts val="0"/>
              </a:spcAft>
              <a:buClr>
                <a:srgbClr val="888888"/>
              </a:buClr>
              <a:buSzPts val="2000"/>
              <a:buNone/>
              <a:defRPr>
                <a:solidFill>
                  <a:srgbClr val="888888"/>
                </a:solidFill>
              </a:defRPr>
            </a:lvl6pPr>
            <a:lvl7pPr lvl="6" algn="ctr">
              <a:spcBef>
                <a:spcPts val="267"/>
              </a:spcBef>
              <a:spcAft>
                <a:spcPts val="0"/>
              </a:spcAft>
              <a:buClr>
                <a:srgbClr val="888888"/>
              </a:buClr>
              <a:buSzPts val="2000"/>
              <a:buNone/>
              <a:defRPr>
                <a:solidFill>
                  <a:srgbClr val="888888"/>
                </a:solidFill>
              </a:defRPr>
            </a:lvl7pPr>
            <a:lvl8pPr lvl="7" algn="ctr">
              <a:spcBef>
                <a:spcPts val="267"/>
              </a:spcBef>
              <a:spcAft>
                <a:spcPts val="0"/>
              </a:spcAft>
              <a:buClr>
                <a:srgbClr val="888888"/>
              </a:buClr>
              <a:buSzPts val="2000"/>
              <a:buNone/>
              <a:defRPr>
                <a:solidFill>
                  <a:srgbClr val="888888"/>
                </a:solidFill>
              </a:defRPr>
            </a:lvl8pPr>
            <a:lvl9pPr lvl="8" algn="ctr">
              <a:spcBef>
                <a:spcPts val="267"/>
              </a:spcBef>
              <a:spcAft>
                <a:spcPts val="0"/>
              </a:spcAft>
              <a:buClr>
                <a:srgbClr val="888888"/>
              </a:buClr>
              <a:buSzPts val="2000"/>
              <a:buNone/>
              <a:defRPr>
                <a:solidFill>
                  <a:srgbClr val="888888"/>
                </a:solidFill>
              </a:defRPr>
            </a:lvl9pPr>
          </a:lstStyle>
          <a:p>
            <a:endParaRPr/>
          </a:p>
        </p:txBody>
      </p:sp>
      <p:sp>
        <p:nvSpPr>
          <p:cNvPr id="18" name="Google Shape;18;p21"/>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1"/>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1"/>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1216266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22"/>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2"/>
          <p:cNvSpPr txBox="1">
            <a:spLocks noGrp="1"/>
          </p:cNvSpPr>
          <p:nvPr>
            <p:ph type="body" idx="1"/>
          </p:nvPr>
        </p:nvSpPr>
        <p:spPr>
          <a:xfrm>
            <a:off x="304800" y="1066800"/>
            <a:ext cx="5486400" cy="3017309"/>
          </a:xfrm>
          <a:prstGeom prst="rect">
            <a:avLst/>
          </a:prstGeom>
          <a:noFill/>
          <a:ln>
            <a:noFill/>
          </a:ln>
        </p:spPr>
        <p:txBody>
          <a:bodyPr spcFirstLastPara="1" wrap="square" lIns="91425" tIns="45700" rIns="91425" bIns="45700" anchor="t" anchorCtr="0">
            <a:norm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24" name="Google Shape;24;p22"/>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2"/>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2"/>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2429838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a:off x="481542" y="2937934"/>
            <a:ext cx="5181600" cy="90805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2667"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3"/>
          <p:cNvSpPr txBox="1">
            <a:spLocks noGrp="1"/>
          </p:cNvSpPr>
          <p:nvPr>
            <p:ph type="body" idx="1"/>
          </p:nvPr>
        </p:nvSpPr>
        <p:spPr>
          <a:xfrm>
            <a:off x="481542" y="1937809"/>
            <a:ext cx="5181600" cy="1000125"/>
          </a:xfrm>
          <a:prstGeom prst="rect">
            <a:avLst/>
          </a:prstGeom>
          <a:noFill/>
          <a:ln>
            <a:noFill/>
          </a:ln>
        </p:spPr>
        <p:txBody>
          <a:bodyPr spcFirstLastPara="1" wrap="square" lIns="91425" tIns="45700" rIns="91425" bIns="45700" anchor="b" anchorCtr="0">
            <a:normAutofit/>
          </a:bodyPr>
          <a:lstStyle>
            <a:lvl1pPr marL="304815" lvl="0" indent="-152408" algn="l">
              <a:spcBef>
                <a:spcPts val="267"/>
              </a:spcBef>
              <a:spcAft>
                <a:spcPts val="0"/>
              </a:spcAft>
              <a:buClr>
                <a:srgbClr val="888888"/>
              </a:buClr>
              <a:buSzPts val="2000"/>
              <a:buNone/>
              <a:defRPr sz="1333">
                <a:solidFill>
                  <a:srgbClr val="888888"/>
                </a:solidFill>
              </a:defRPr>
            </a:lvl1pPr>
            <a:lvl2pPr marL="609630" lvl="1" indent="-152408" algn="l">
              <a:spcBef>
                <a:spcPts val="240"/>
              </a:spcBef>
              <a:spcAft>
                <a:spcPts val="0"/>
              </a:spcAft>
              <a:buClr>
                <a:srgbClr val="888888"/>
              </a:buClr>
              <a:buSzPts val="1800"/>
              <a:buNone/>
              <a:defRPr sz="1200">
                <a:solidFill>
                  <a:srgbClr val="888888"/>
                </a:solidFill>
              </a:defRPr>
            </a:lvl2pPr>
            <a:lvl3pPr marL="914446" lvl="2" indent="-152408" algn="l">
              <a:spcBef>
                <a:spcPts val="213"/>
              </a:spcBef>
              <a:spcAft>
                <a:spcPts val="0"/>
              </a:spcAft>
              <a:buClr>
                <a:srgbClr val="888888"/>
              </a:buClr>
              <a:buSzPts val="1600"/>
              <a:buNone/>
              <a:defRPr sz="1067">
                <a:solidFill>
                  <a:srgbClr val="888888"/>
                </a:solidFill>
              </a:defRPr>
            </a:lvl3pPr>
            <a:lvl4pPr marL="1219261" lvl="3" indent="-152408" algn="l">
              <a:spcBef>
                <a:spcPts val="187"/>
              </a:spcBef>
              <a:spcAft>
                <a:spcPts val="0"/>
              </a:spcAft>
              <a:buClr>
                <a:srgbClr val="888888"/>
              </a:buClr>
              <a:buSzPts val="1400"/>
              <a:buNone/>
              <a:defRPr sz="933">
                <a:solidFill>
                  <a:srgbClr val="888888"/>
                </a:solidFill>
              </a:defRPr>
            </a:lvl4pPr>
            <a:lvl5pPr marL="1524076" lvl="4" indent="-152408" algn="l">
              <a:spcBef>
                <a:spcPts val="187"/>
              </a:spcBef>
              <a:spcAft>
                <a:spcPts val="0"/>
              </a:spcAft>
              <a:buClr>
                <a:srgbClr val="888888"/>
              </a:buClr>
              <a:buSzPts val="1400"/>
              <a:buNone/>
              <a:defRPr sz="933">
                <a:solidFill>
                  <a:srgbClr val="888888"/>
                </a:solidFill>
              </a:defRPr>
            </a:lvl5pPr>
            <a:lvl6pPr marL="1828891" lvl="5" indent="-152408" algn="l">
              <a:spcBef>
                <a:spcPts val="187"/>
              </a:spcBef>
              <a:spcAft>
                <a:spcPts val="0"/>
              </a:spcAft>
              <a:buClr>
                <a:srgbClr val="888888"/>
              </a:buClr>
              <a:buSzPts val="1400"/>
              <a:buNone/>
              <a:defRPr sz="933">
                <a:solidFill>
                  <a:srgbClr val="888888"/>
                </a:solidFill>
              </a:defRPr>
            </a:lvl6pPr>
            <a:lvl7pPr marL="2133707" lvl="6" indent="-152408" algn="l">
              <a:spcBef>
                <a:spcPts val="187"/>
              </a:spcBef>
              <a:spcAft>
                <a:spcPts val="0"/>
              </a:spcAft>
              <a:buClr>
                <a:srgbClr val="888888"/>
              </a:buClr>
              <a:buSzPts val="1400"/>
              <a:buNone/>
              <a:defRPr sz="933">
                <a:solidFill>
                  <a:srgbClr val="888888"/>
                </a:solidFill>
              </a:defRPr>
            </a:lvl7pPr>
            <a:lvl8pPr marL="2438522" lvl="7" indent="-152408" algn="l">
              <a:spcBef>
                <a:spcPts val="187"/>
              </a:spcBef>
              <a:spcAft>
                <a:spcPts val="0"/>
              </a:spcAft>
              <a:buClr>
                <a:srgbClr val="888888"/>
              </a:buClr>
              <a:buSzPts val="1400"/>
              <a:buNone/>
              <a:defRPr sz="933">
                <a:solidFill>
                  <a:srgbClr val="888888"/>
                </a:solidFill>
              </a:defRPr>
            </a:lvl8pPr>
            <a:lvl9pPr marL="2743337" lvl="8" indent="-152408" algn="l">
              <a:spcBef>
                <a:spcPts val="187"/>
              </a:spcBef>
              <a:spcAft>
                <a:spcPts val="0"/>
              </a:spcAft>
              <a:buClr>
                <a:srgbClr val="888888"/>
              </a:buClr>
              <a:buSzPts val="1400"/>
              <a:buNone/>
              <a:defRPr sz="933">
                <a:solidFill>
                  <a:srgbClr val="888888"/>
                </a:solidFill>
              </a:defRPr>
            </a:lvl9pPr>
          </a:lstStyle>
          <a:p>
            <a:endParaRPr/>
          </a:p>
        </p:txBody>
      </p:sp>
      <p:sp>
        <p:nvSpPr>
          <p:cNvPr id="30" name="Google Shape;30;p23"/>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3"/>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3"/>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1770761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24"/>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4"/>
          <p:cNvSpPr txBox="1">
            <a:spLocks noGrp="1"/>
          </p:cNvSpPr>
          <p:nvPr>
            <p:ph type="body" idx="1"/>
          </p:nvPr>
        </p:nvSpPr>
        <p:spPr>
          <a:xfrm>
            <a:off x="304800" y="1066800"/>
            <a:ext cx="2692400" cy="3017309"/>
          </a:xfrm>
          <a:prstGeom prst="rect">
            <a:avLst/>
          </a:prstGeom>
          <a:noFill/>
          <a:ln>
            <a:noFill/>
          </a:ln>
        </p:spPr>
        <p:txBody>
          <a:bodyPr spcFirstLastPara="1" wrap="square" lIns="91425" tIns="45700" rIns="91425" bIns="45700" anchor="t" anchorCtr="0">
            <a:normAutofit/>
          </a:bodyPr>
          <a:lstStyle>
            <a:lvl1pPr marL="304815" lvl="0" indent="-270947" algn="l">
              <a:spcBef>
                <a:spcPts val="373"/>
              </a:spcBef>
              <a:spcAft>
                <a:spcPts val="0"/>
              </a:spcAft>
              <a:buClr>
                <a:schemeClr val="dk1"/>
              </a:buClr>
              <a:buSzPts val="2800"/>
              <a:buChar char="•"/>
              <a:defRPr sz="1867"/>
            </a:lvl1pPr>
            <a:lvl2pPr marL="609630" lvl="1" indent="-254013" algn="l">
              <a:spcBef>
                <a:spcPts val="320"/>
              </a:spcBef>
              <a:spcAft>
                <a:spcPts val="0"/>
              </a:spcAft>
              <a:buClr>
                <a:schemeClr val="dk1"/>
              </a:buClr>
              <a:buSzPts val="2400"/>
              <a:buChar char="–"/>
              <a:defRPr sz="1600"/>
            </a:lvl2pPr>
            <a:lvl3pPr marL="914446" lvl="2" indent="-237079" algn="l">
              <a:spcBef>
                <a:spcPts val="267"/>
              </a:spcBef>
              <a:spcAft>
                <a:spcPts val="0"/>
              </a:spcAft>
              <a:buClr>
                <a:schemeClr val="dk1"/>
              </a:buClr>
              <a:buSzPts val="2000"/>
              <a:buChar char="•"/>
              <a:defRPr sz="1333"/>
            </a:lvl3pPr>
            <a:lvl4pPr marL="1219261" lvl="3" indent="-228611" algn="l">
              <a:spcBef>
                <a:spcPts val="240"/>
              </a:spcBef>
              <a:spcAft>
                <a:spcPts val="0"/>
              </a:spcAft>
              <a:buClr>
                <a:schemeClr val="dk1"/>
              </a:buClr>
              <a:buSzPts val="1800"/>
              <a:buChar char="–"/>
              <a:defRPr sz="1200"/>
            </a:lvl4pPr>
            <a:lvl5pPr marL="1524076" lvl="4" indent="-228611" algn="l">
              <a:spcBef>
                <a:spcPts val="240"/>
              </a:spcBef>
              <a:spcAft>
                <a:spcPts val="0"/>
              </a:spcAft>
              <a:buClr>
                <a:schemeClr val="dk1"/>
              </a:buClr>
              <a:buSzPts val="1800"/>
              <a:buChar char="»"/>
              <a:defRPr sz="1200"/>
            </a:lvl5pPr>
            <a:lvl6pPr marL="1828891" lvl="5" indent="-228611" algn="l">
              <a:spcBef>
                <a:spcPts val="240"/>
              </a:spcBef>
              <a:spcAft>
                <a:spcPts val="0"/>
              </a:spcAft>
              <a:buClr>
                <a:schemeClr val="dk1"/>
              </a:buClr>
              <a:buSzPts val="1800"/>
              <a:buChar char="•"/>
              <a:defRPr sz="1200"/>
            </a:lvl6pPr>
            <a:lvl7pPr marL="2133707" lvl="6" indent="-228611" algn="l">
              <a:spcBef>
                <a:spcPts val="240"/>
              </a:spcBef>
              <a:spcAft>
                <a:spcPts val="0"/>
              </a:spcAft>
              <a:buClr>
                <a:schemeClr val="dk1"/>
              </a:buClr>
              <a:buSzPts val="1800"/>
              <a:buChar char="•"/>
              <a:defRPr sz="1200"/>
            </a:lvl7pPr>
            <a:lvl8pPr marL="2438522" lvl="7" indent="-228611" algn="l">
              <a:spcBef>
                <a:spcPts val="240"/>
              </a:spcBef>
              <a:spcAft>
                <a:spcPts val="0"/>
              </a:spcAft>
              <a:buClr>
                <a:schemeClr val="dk1"/>
              </a:buClr>
              <a:buSzPts val="1800"/>
              <a:buChar char="•"/>
              <a:defRPr sz="1200"/>
            </a:lvl8pPr>
            <a:lvl9pPr marL="2743337" lvl="8" indent="-228611" algn="l">
              <a:spcBef>
                <a:spcPts val="240"/>
              </a:spcBef>
              <a:spcAft>
                <a:spcPts val="0"/>
              </a:spcAft>
              <a:buClr>
                <a:schemeClr val="dk1"/>
              </a:buClr>
              <a:buSzPts val="1800"/>
              <a:buChar char="•"/>
              <a:defRPr sz="1200"/>
            </a:lvl9pPr>
          </a:lstStyle>
          <a:p>
            <a:endParaRPr/>
          </a:p>
        </p:txBody>
      </p:sp>
      <p:sp>
        <p:nvSpPr>
          <p:cNvPr id="36" name="Google Shape;36;p24"/>
          <p:cNvSpPr txBox="1">
            <a:spLocks noGrp="1"/>
          </p:cNvSpPr>
          <p:nvPr>
            <p:ph type="body" idx="2"/>
          </p:nvPr>
        </p:nvSpPr>
        <p:spPr>
          <a:xfrm>
            <a:off x="3098800" y="1066800"/>
            <a:ext cx="2692400" cy="3017309"/>
          </a:xfrm>
          <a:prstGeom prst="rect">
            <a:avLst/>
          </a:prstGeom>
          <a:noFill/>
          <a:ln>
            <a:noFill/>
          </a:ln>
        </p:spPr>
        <p:txBody>
          <a:bodyPr spcFirstLastPara="1" wrap="square" lIns="91425" tIns="45700" rIns="91425" bIns="45700" anchor="t" anchorCtr="0">
            <a:normAutofit/>
          </a:bodyPr>
          <a:lstStyle>
            <a:lvl1pPr marL="304815" lvl="0" indent="-270947" algn="l">
              <a:spcBef>
                <a:spcPts val="373"/>
              </a:spcBef>
              <a:spcAft>
                <a:spcPts val="0"/>
              </a:spcAft>
              <a:buClr>
                <a:schemeClr val="dk1"/>
              </a:buClr>
              <a:buSzPts val="2800"/>
              <a:buChar char="•"/>
              <a:defRPr sz="1867"/>
            </a:lvl1pPr>
            <a:lvl2pPr marL="609630" lvl="1" indent="-254013" algn="l">
              <a:spcBef>
                <a:spcPts val="320"/>
              </a:spcBef>
              <a:spcAft>
                <a:spcPts val="0"/>
              </a:spcAft>
              <a:buClr>
                <a:schemeClr val="dk1"/>
              </a:buClr>
              <a:buSzPts val="2400"/>
              <a:buChar char="–"/>
              <a:defRPr sz="1600"/>
            </a:lvl2pPr>
            <a:lvl3pPr marL="914446" lvl="2" indent="-237079" algn="l">
              <a:spcBef>
                <a:spcPts val="267"/>
              </a:spcBef>
              <a:spcAft>
                <a:spcPts val="0"/>
              </a:spcAft>
              <a:buClr>
                <a:schemeClr val="dk1"/>
              </a:buClr>
              <a:buSzPts val="2000"/>
              <a:buChar char="•"/>
              <a:defRPr sz="1333"/>
            </a:lvl3pPr>
            <a:lvl4pPr marL="1219261" lvl="3" indent="-228611" algn="l">
              <a:spcBef>
                <a:spcPts val="240"/>
              </a:spcBef>
              <a:spcAft>
                <a:spcPts val="0"/>
              </a:spcAft>
              <a:buClr>
                <a:schemeClr val="dk1"/>
              </a:buClr>
              <a:buSzPts val="1800"/>
              <a:buChar char="–"/>
              <a:defRPr sz="1200"/>
            </a:lvl4pPr>
            <a:lvl5pPr marL="1524076" lvl="4" indent="-228611" algn="l">
              <a:spcBef>
                <a:spcPts val="240"/>
              </a:spcBef>
              <a:spcAft>
                <a:spcPts val="0"/>
              </a:spcAft>
              <a:buClr>
                <a:schemeClr val="dk1"/>
              </a:buClr>
              <a:buSzPts val="1800"/>
              <a:buChar char="»"/>
              <a:defRPr sz="1200"/>
            </a:lvl5pPr>
            <a:lvl6pPr marL="1828891" lvl="5" indent="-228611" algn="l">
              <a:spcBef>
                <a:spcPts val="240"/>
              </a:spcBef>
              <a:spcAft>
                <a:spcPts val="0"/>
              </a:spcAft>
              <a:buClr>
                <a:schemeClr val="dk1"/>
              </a:buClr>
              <a:buSzPts val="1800"/>
              <a:buChar char="•"/>
              <a:defRPr sz="1200"/>
            </a:lvl6pPr>
            <a:lvl7pPr marL="2133707" lvl="6" indent="-228611" algn="l">
              <a:spcBef>
                <a:spcPts val="240"/>
              </a:spcBef>
              <a:spcAft>
                <a:spcPts val="0"/>
              </a:spcAft>
              <a:buClr>
                <a:schemeClr val="dk1"/>
              </a:buClr>
              <a:buSzPts val="1800"/>
              <a:buChar char="•"/>
              <a:defRPr sz="1200"/>
            </a:lvl7pPr>
            <a:lvl8pPr marL="2438522" lvl="7" indent="-228611" algn="l">
              <a:spcBef>
                <a:spcPts val="240"/>
              </a:spcBef>
              <a:spcAft>
                <a:spcPts val="0"/>
              </a:spcAft>
              <a:buClr>
                <a:schemeClr val="dk1"/>
              </a:buClr>
              <a:buSzPts val="1800"/>
              <a:buChar char="•"/>
              <a:defRPr sz="1200"/>
            </a:lvl8pPr>
            <a:lvl9pPr marL="2743337" lvl="8" indent="-228611" algn="l">
              <a:spcBef>
                <a:spcPts val="240"/>
              </a:spcBef>
              <a:spcAft>
                <a:spcPts val="0"/>
              </a:spcAft>
              <a:buClr>
                <a:schemeClr val="dk1"/>
              </a:buClr>
              <a:buSzPts val="1800"/>
              <a:buChar char="•"/>
              <a:defRPr sz="1200"/>
            </a:lvl9pPr>
          </a:lstStyle>
          <a:p>
            <a:endParaRPr/>
          </a:p>
        </p:txBody>
      </p:sp>
      <p:sp>
        <p:nvSpPr>
          <p:cNvPr id="37" name="Google Shape;37;p24"/>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4"/>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4"/>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20748049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25"/>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5"/>
          <p:cNvSpPr txBox="1">
            <a:spLocks noGrp="1"/>
          </p:cNvSpPr>
          <p:nvPr>
            <p:ph type="body" idx="1"/>
          </p:nvPr>
        </p:nvSpPr>
        <p:spPr>
          <a:xfrm>
            <a:off x="304800" y="1023409"/>
            <a:ext cx="2693459" cy="426508"/>
          </a:xfrm>
          <a:prstGeom prst="rect">
            <a:avLst/>
          </a:prstGeom>
          <a:noFill/>
          <a:ln>
            <a:noFill/>
          </a:ln>
        </p:spPr>
        <p:txBody>
          <a:bodyPr spcFirstLastPara="1" wrap="square" lIns="91425" tIns="45700" rIns="91425" bIns="45700" anchor="b" anchorCtr="0">
            <a:normAutofit/>
          </a:bodyPr>
          <a:lstStyle>
            <a:lvl1pPr marL="304815" lvl="0" indent="-152408" algn="l">
              <a:spcBef>
                <a:spcPts val="320"/>
              </a:spcBef>
              <a:spcAft>
                <a:spcPts val="0"/>
              </a:spcAft>
              <a:buClr>
                <a:schemeClr val="dk1"/>
              </a:buClr>
              <a:buSzPts val="2400"/>
              <a:buNone/>
              <a:defRPr sz="1600" b="1"/>
            </a:lvl1pPr>
            <a:lvl2pPr marL="609630" lvl="1" indent="-152408" algn="l">
              <a:spcBef>
                <a:spcPts val="267"/>
              </a:spcBef>
              <a:spcAft>
                <a:spcPts val="0"/>
              </a:spcAft>
              <a:buClr>
                <a:schemeClr val="dk1"/>
              </a:buClr>
              <a:buSzPts val="2000"/>
              <a:buNone/>
              <a:defRPr sz="1333" b="1"/>
            </a:lvl2pPr>
            <a:lvl3pPr marL="914446" lvl="2" indent="-152408" algn="l">
              <a:spcBef>
                <a:spcPts val="240"/>
              </a:spcBef>
              <a:spcAft>
                <a:spcPts val="0"/>
              </a:spcAft>
              <a:buClr>
                <a:schemeClr val="dk1"/>
              </a:buClr>
              <a:buSzPts val="1800"/>
              <a:buNone/>
              <a:defRPr sz="1200" b="1"/>
            </a:lvl3pPr>
            <a:lvl4pPr marL="1219261" lvl="3" indent="-152408" algn="l">
              <a:spcBef>
                <a:spcPts val="213"/>
              </a:spcBef>
              <a:spcAft>
                <a:spcPts val="0"/>
              </a:spcAft>
              <a:buClr>
                <a:schemeClr val="dk1"/>
              </a:buClr>
              <a:buSzPts val="1600"/>
              <a:buNone/>
              <a:defRPr sz="1067" b="1"/>
            </a:lvl4pPr>
            <a:lvl5pPr marL="1524076" lvl="4" indent="-152408" algn="l">
              <a:spcBef>
                <a:spcPts val="213"/>
              </a:spcBef>
              <a:spcAft>
                <a:spcPts val="0"/>
              </a:spcAft>
              <a:buClr>
                <a:schemeClr val="dk1"/>
              </a:buClr>
              <a:buSzPts val="1600"/>
              <a:buNone/>
              <a:defRPr sz="1067" b="1"/>
            </a:lvl5pPr>
            <a:lvl6pPr marL="1828891" lvl="5" indent="-152408" algn="l">
              <a:spcBef>
                <a:spcPts val="213"/>
              </a:spcBef>
              <a:spcAft>
                <a:spcPts val="0"/>
              </a:spcAft>
              <a:buClr>
                <a:schemeClr val="dk1"/>
              </a:buClr>
              <a:buSzPts val="1600"/>
              <a:buNone/>
              <a:defRPr sz="1067" b="1"/>
            </a:lvl6pPr>
            <a:lvl7pPr marL="2133707" lvl="6" indent="-152408" algn="l">
              <a:spcBef>
                <a:spcPts val="213"/>
              </a:spcBef>
              <a:spcAft>
                <a:spcPts val="0"/>
              </a:spcAft>
              <a:buClr>
                <a:schemeClr val="dk1"/>
              </a:buClr>
              <a:buSzPts val="1600"/>
              <a:buNone/>
              <a:defRPr sz="1067" b="1"/>
            </a:lvl7pPr>
            <a:lvl8pPr marL="2438522" lvl="7" indent="-152408" algn="l">
              <a:spcBef>
                <a:spcPts val="213"/>
              </a:spcBef>
              <a:spcAft>
                <a:spcPts val="0"/>
              </a:spcAft>
              <a:buClr>
                <a:schemeClr val="dk1"/>
              </a:buClr>
              <a:buSzPts val="1600"/>
              <a:buNone/>
              <a:defRPr sz="1067" b="1"/>
            </a:lvl8pPr>
            <a:lvl9pPr marL="2743337" lvl="8" indent="-152408" algn="l">
              <a:spcBef>
                <a:spcPts val="213"/>
              </a:spcBef>
              <a:spcAft>
                <a:spcPts val="0"/>
              </a:spcAft>
              <a:buClr>
                <a:schemeClr val="dk1"/>
              </a:buClr>
              <a:buSzPts val="1600"/>
              <a:buNone/>
              <a:defRPr sz="1067" b="1"/>
            </a:lvl9pPr>
          </a:lstStyle>
          <a:p>
            <a:endParaRPr/>
          </a:p>
        </p:txBody>
      </p:sp>
      <p:sp>
        <p:nvSpPr>
          <p:cNvPr id="43" name="Google Shape;43;p25"/>
          <p:cNvSpPr txBox="1">
            <a:spLocks noGrp="1"/>
          </p:cNvSpPr>
          <p:nvPr>
            <p:ph type="body" idx="2"/>
          </p:nvPr>
        </p:nvSpPr>
        <p:spPr>
          <a:xfrm>
            <a:off x="304800" y="1449917"/>
            <a:ext cx="2693459" cy="2634192"/>
          </a:xfrm>
          <a:prstGeom prst="rect">
            <a:avLst/>
          </a:prstGeom>
          <a:noFill/>
          <a:ln>
            <a:noFill/>
          </a:ln>
        </p:spPr>
        <p:txBody>
          <a:bodyPr spcFirstLastPara="1" wrap="square" lIns="91425" tIns="45700" rIns="91425" bIns="45700" anchor="t" anchorCtr="0">
            <a:normAutofit/>
          </a:bodyPr>
          <a:lstStyle>
            <a:lvl1pPr marL="304815" lvl="0" indent="-254013" algn="l">
              <a:spcBef>
                <a:spcPts val="320"/>
              </a:spcBef>
              <a:spcAft>
                <a:spcPts val="0"/>
              </a:spcAft>
              <a:buClr>
                <a:schemeClr val="dk1"/>
              </a:buClr>
              <a:buSzPts val="2400"/>
              <a:buChar char="•"/>
              <a:defRPr sz="1600"/>
            </a:lvl1pPr>
            <a:lvl2pPr marL="609630" lvl="1" indent="-237079" algn="l">
              <a:spcBef>
                <a:spcPts val="267"/>
              </a:spcBef>
              <a:spcAft>
                <a:spcPts val="0"/>
              </a:spcAft>
              <a:buClr>
                <a:schemeClr val="dk1"/>
              </a:buClr>
              <a:buSzPts val="2000"/>
              <a:buChar char="–"/>
              <a:defRPr sz="1333"/>
            </a:lvl2pPr>
            <a:lvl3pPr marL="914446" lvl="2" indent="-228611" algn="l">
              <a:spcBef>
                <a:spcPts val="240"/>
              </a:spcBef>
              <a:spcAft>
                <a:spcPts val="0"/>
              </a:spcAft>
              <a:buClr>
                <a:schemeClr val="dk1"/>
              </a:buClr>
              <a:buSzPts val="1800"/>
              <a:buChar char="•"/>
              <a:defRPr sz="1200"/>
            </a:lvl3pPr>
            <a:lvl4pPr marL="1219261" lvl="3" indent="-220144" algn="l">
              <a:spcBef>
                <a:spcPts val="213"/>
              </a:spcBef>
              <a:spcAft>
                <a:spcPts val="0"/>
              </a:spcAft>
              <a:buClr>
                <a:schemeClr val="dk1"/>
              </a:buClr>
              <a:buSzPts val="1600"/>
              <a:buChar char="–"/>
              <a:defRPr sz="1067"/>
            </a:lvl4pPr>
            <a:lvl5pPr marL="1524076" lvl="4" indent="-220144" algn="l">
              <a:spcBef>
                <a:spcPts val="213"/>
              </a:spcBef>
              <a:spcAft>
                <a:spcPts val="0"/>
              </a:spcAft>
              <a:buClr>
                <a:schemeClr val="dk1"/>
              </a:buClr>
              <a:buSzPts val="1600"/>
              <a:buChar char="»"/>
              <a:defRPr sz="1067"/>
            </a:lvl5pPr>
            <a:lvl6pPr marL="1828891" lvl="5" indent="-220144" algn="l">
              <a:spcBef>
                <a:spcPts val="213"/>
              </a:spcBef>
              <a:spcAft>
                <a:spcPts val="0"/>
              </a:spcAft>
              <a:buClr>
                <a:schemeClr val="dk1"/>
              </a:buClr>
              <a:buSzPts val="1600"/>
              <a:buChar char="•"/>
              <a:defRPr sz="1067"/>
            </a:lvl6pPr>
            <a:lvl7pPr marL="2133707" lvl="6" indent="-220144" algn="l">
              <a:spcBef>
                <a:spcPts val="213"/>
              </a:spcBef>
              <a:spcAft>
                <a:spcPts val="0"/>
              </a:spcAft>
              <a:buClr>
                <a:schemeClr val="dk1"/>
              </a:buClr>
              <a:buSzPts val="1600"/>
              <a:buChar char="•"/>
              <a:defRPr sz="1067"/>
            </a:lvl7pPr>
            <a:lvl8pPr marL="2438522" lvl="7" indent="-220144" algn="l">
              <a:spcBef>
                <a:spcPts val="213"/>
              </a:spcBef>
              <a:spcAft>
                <a:spcPts val="0"/>
              </a:spcAft>
              <a:buClr>
                <a:schemeClr val="dk1"/>
              </a:buClr>
              <a:buSzPts val="1600"/>
              <a:buChar char="•"/>
              <a:defRPr sz="1067"/>
            </a:lvl8pPr>
            <a:lvl9pPr marL="2743337" lvl="8" indent="-220144" algn="l">
              <a:spcBef>
                <a:spcPts val="213"/>
              </a:spcBef>
              <a:spcAft>
                <a:spcPts val="0"/>
              </a:spcAft>
              <a:buClr>
                <a:schemeClr val="dk1"/>
              </a:buClr>
              <a:buSzPts val="1600"/>
              <a:buChar char="•"/>
              <a:defRPr sz="1067"/>
            </a:lvl9pPr>
          </a:lstStyle>
          <a:p>
            <a:endParaRPr/>
          </a:p>
        </p:txBody>
      </p:sp>
      <p:sp>
        <p:nvSpPr>
          <p:cNvPr id="44" name="Google Shape;44;p25"/>
          <p:cNvSpPr txBox="1">
            <a:spLocks noGrp="1"/>
          </p:cNvSpPr>
          <p:nvPr>
            <p:ph type="body" idx="3"/>
          </p:nvPr>
        </p:nvSpPr>
        <p:spPr>
          <a:xfrm>
            <a:off x="3096684" y="1023409"/>
            <a:ext cx="2694517" cy="426508"/>
          </a:xfrm>
          <a:prstGeom prst="rect">
            <a:avLst/>
          </a:prstGeom>
          <a:noFill/>
          <a:ln>
            <a:noFill/>
          </a:ln>
        </p:spPr>
        <p:txBody>
          <a:bodyPr spcFirstLastPara="1" wrap="square" lIns="91425" tIns="45700" rIns="91425" bIns="45700" anchor="b" anchorCtr="0">
            <a:normAutofit/>
          </a:bodyPr>
          <a:lstStyle>
            <a:lvl1pPr marL="304815" lvl="0" indent="-152408" algn="l">
              <a:spcBef>
                <a:spcPts val="320"/>
              </a:spcBef>
              <a:spcAft>
                <a:spcPts val="0"/>
              </a:spcAft>
              <a:buClr>
                <a:schemeClr val="dk1"/>
              </a:buClr>
              <a:buSzPts val="2400"/>
              <a:buNone/>
              <a:defRPr sz="1600" b="1"/>
            </a:lvl1pPr>
            <a:lvl2pPr marL="609630" lvl="1" indent="-152408" algn="l">
              <a:spcBef>
                <a:spcPts val="267"/>
              </a:spcBef>
              <a:spcAft>
                <a:spcPts val="0"/>
              </a:spcAft>
              <a:buClr>
                <a:schemeClr val="dk1"/>
              </a:buClr>
              <a:buSzPts val="2000"/>
              <a:buNone/>
              <a:defRPr sz="1333" b="1"/>
            </a:lvl2pPr>
            <a:lvl3pPr marL="914446" lvl="2" indent="-152408" algn="l">
              <a:spcBef>
                <a:spcPts val="240"/>
              </a:spcBef>
              <a:spcAft>
                <a:spcPts val="0"/>
              </a:spcAft>
              <a:buClr>
                <a:schemeClr val="dk1"/>
              </a:buClr>
              <a:buSzPts val="1800"/>
              <a:buNone/>
              <a:defRPr sz="1200" b="1"/>
            </a:lvl3pPr>
            <a:lvl4pPr marL="1219261" lvl="3" indent="-152408" algn="l">
              <a:spcBef>
                <a:spcPts val="213"/>
              </a:spcBef>
              <a:spcAft>
                <a:spcPts val="0"/>
              </a:spcAft>
              <a:buClr>
                <a:schemeClr val="dk1"/>
              </a:buClr>
              <a:buSzPts val="1600"/>
              <a:buNone/>
              <a:defRPr sz="1067" b="1"/>
            </a:lvl4pPr>
            <a:lvl5pPr marL="1524076" lvl="4" indent="-152408" algn="l">
              <a:spcBef>
                <a:spcPts val="213"/>
              </a:spcBef>
              <a:spcAft>
                <a:spcPts val="0"/>
              </a:spcAft>
              <a:buClr>
                <a:schemeClr val="dk1"/>
              </a:buClr>
              <a:buSzPts val="1600"/>
              <a:buNone/>
              <a:defRPr sz="1067" b="1"/>
            </a:lvl5pPr>
            <a:lvl6pPr marL="1828891" lvl="5" indent="-152408" algn="l">
              <a:spcBef>
                <a:spcPts val="213"/>
              </a:spcBef>
              <a:spcAft>
                <a:spcPts val="0"/>
              </a:spcAft>
              <a:buClr>
                <a:schemeClr val="dk1"/>
              </a:buClr>
              <a:buSzPts val="1600"/>
              <a:buNone/>
              <a:defRPr sz="1067" b="1"/>
            </a:lvl6pPr>
            <a:lvl7pPr marL="2133707" lvl="6" indent="-152408" algn="l">
              <a:spcBef>
                <a:spcPts val="213"/>
              </a:spcBef>
              <a:spcAft>
                <a:spcPts val="0"/>
              </a:spcAft>
              <a:buClr>
                <a:schemeClr val="dk1"/>
              </a:buClr>
              <a:buSzPts val="1600"/>
              <a:buNone/>
              <a:defRPr sz="1067" b="1"/>
            </a:lvl7pPr>
            <a:lvl8pPr marL="2438522" lvl="7" indent="-152408" algn="l">
              <a:spcBef>
                <a:spcPts val="213"/>
              </a:spcBef>
              <a:spcAft>
                <a:spcPts val="0"/>
              </a:spcAft>
              <a:buClr>
                <a:schemeClr val="dk1"/>
              </a:buClr>
              <a:buSzPts val="1600"/>
              <a:buNone/>
              <a:defRPr sz="1067" b="1"/>
            </a:lvl8pPr>
            <a:lvl9pPr marL="2743337" lvl="8" indent="-152408" algn="l">
              <a:spcBef>
                <a:spcPts val="213"/>
              </a:spcBef>
              <a:spcAft>
                <a:spcPts val="0"/>
              </a:spcAft>
              <a:buClr>
                <a:schemeClr val="dk1"/>
              </a:buClr>
              <a:buSzPts val="1600"/>
              <a:buNone/>
              <a:defRPr sz="1067" b="1"/>
            </a:lvl9pPr>
          </a:lstStyle>
          <a:p>
            <a:endParaRPr/>
          </a:p>
        </p:txBody>
      </p:sp>
      <p:sp>
        <p:nvSpPr>
          <p:cNvPr id="45" name="Google Shape;45;p25"/>
          <p:cNvSpPr txBox="1">
            <a:spLocks noGrp="1"/>
          </p:cNvSpPr>
          <p:nvPr>
            <p:ph type="body" idx="4"/>
          </p:nvPr>
        </p:nvSpPr>
        <p:spPr>
          <a:xfrm>
            <a:off x="3096684" y="1449917"/>
            <a:ext cx="2694517" cy="2634192"/>
          </a:xfrm>
          <a:prstGeom prst="rect">
            <a:avLst/>
          </a:prstGeom>
          <a:noFill/>
          <a:ln>
            <a:noFill/>
          </a:ln>
        </p:spPr>
        <p:txBody>
          <a:bodyPr spcFirstLastPara="1" wrap="square" lIns="91425" tIns="45700" rIns="91425" bIns="45700" anchor="t" anchorCtr="0">
            <a:normAutofit/>
          </a:bodyPr>
          <a:lstStyle>
            <a:lvl1pPr marL="304815" lvl="0" indent="-254013" algn="l">
              <a:spcBef>
                <a:spcPts val="320"/>
              </a:spcBef>
              <a:spcAft>
                <a:spcPts val="0"/>
              </a:spcAft>
              <a:buClr>
                <a:schemeClr val="dk1"/>
              </a:buClr>
              <a:buSzPts val="2400"/>
              <a:buChar char="•"/>
              <a:defRPr sz="1600"/>
            </a:lvl1pPr>
            <a:lvl2pPr marL="609630" lvl="1" indent="-237079" algn="l">
              <a:spcBef>
                <a:spcPts val="267"/>
              </a:spcBef>
              <a:spcAft>
                <a:spcPts val="0"/>
              </a:spcAft>
              <a:buClr>
                <a:schemeClr val="dk1"/>
              </a:buClr>
              <a:buSzPts val="2000"/>
              <a:buChar char="–"/>
              <a:defRPr sz="1333"/>
            </a:lvl2pPr>
            <a:lvl3pPr marL="914446" lvl="2" indent="-228611" algn="l">
              <a:spcBef>
                <a:spcPts val="240"/>
              </a:spcBef>
              <a:spcAft>
                <a:spcPts val="0"/>
              </a:spcAft>
              <a:buClr>
                <a:schemeClr val="dk1"/>
              </a:buClr>
              <a:buSzPts val="1800"/>
              <a:buChar char="•"/>
              <a:defRPr sz="1200"/>
            </a:lvl3pPr>
            <a:lvl4pPr marL="1219261" lvl="3" indent="-220144" algn="l">
              <a:spcBef>
                <a:spcPts val="213"/>
              </a:spcBef>
              <a:spcAft>
                <a:spcPts val="0"/>
              </a:spcAft>
              <a:buClr>
                <a:schemeClr val="dk1"/>
              </a:buClr>
              <a:buSzPts val="1600"/>
              <a:buChar char="–"/>
              <a:defRPr sz="1067"/>
            </a:lvl4pPr>
            <a:lvl5pPr marL="1524076" lvl="4" indent="-220144" algn="l">
              <a:spcBef>
                <a:spcPts val="213"/>
              </a:spcBef>
              <a:spcAft>
                <a:spcPts val="0"/>
              </a:spcAft>
              <a:buClr>
                <a:schemeClr val="dk1"/>
              </a:buClr>
              <a:buSzPts val="1600"/>
              <a:buChar char="»"/>
              <a:defRPr sz="1067"/>
            </a:lvl5pPr>
            <a:lvl6pPr marL="1828891" lvl="5" indent="-220144" algn="l">
              <a:spcBef>
                <a:spcPts val="213"/>
              </a:spcBef>
              <a:spcAft>
                <a:spcPts val="0"/>
              </a:spcAft>
              <a:buClr>
                <a:schemeClr val="dk1"/>
              </a:buClr>
              <a:buSzPts val="1600"/>
              <a:buChar char="•"/>
              <a:defRPr sz="1067"/>
            </a:lvl6pPr>
            <a:lvl7pPr marL="2133707" lvl="6" indent="-220144" algn="l">
              <a:spcBef>
                <a:spcPts val="213"/>
              </a:spcBef>
              <a:spcAft>
                <a:spcPts val="0"/>
              </a:spcAft>
              <a:buClr>
                <a:schemeClr val="dk1"/>
              </a:buClr>
              <a:buSzPts val="1600"/>
              <a:buChar char="•"/>
              <a:defRPr sz="1067"/>
            </a:lvl7pPr>
            <a:lvl8pPr marL="2438522" lvl="7" indent="-220144" algn="l">
              <a:spcBef>
                <a:spcPts val="213"/>
              </a:spcBef>
              <a:spcAft>
                <a:spcPts val="0"/>
              </a:spcAft>
              <a:buClr>
                <a:schemeClr val="dk1"/>
              </a:buClr>
              <a:buSzPts val="1600"/>
              <a:buChar char="•"/>
              <a:defRPr sz="1067"/>
            </a:lvl8pPr>
            <a:lvl9pPr marL="2743337" lvl="8" indent="-220144" algn="l">
              <a:spcBef>
                <a:spcPts val="213"/>
              </a:spcBef>
              <a:spcAft>
                <a:spcPts val="0"/>
              </a:spcAft>
              <a:buClr>
                <a:schemeClr val="dk1"/>
              </a:buClr>
              <a:buSzPts val="1600"/>
              <a:buChar char="•"/>
              <a:defRPr sz="1067"/>
            </a:lvl9pPr>
          </a:lstStyle>
          <a:p>
            <a:endParaRPr/>
          </a:p>
        </p:txBody>
      </p:sp>
      <p:sp>
        <p:nvSpPr>
          <p:cNvPr id="46" name="Google Shape;46;p25"/>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5"/>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5"/>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9429783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26"/>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6"/>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6"/>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6"/>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39938810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27"/>
          <p:cNvSpPr txBox="1">
            <a:spLocks noGrp="1"/>
          </p:cNvSpPr>
          <p:nvPr>
            <p:ph type="title"/>
          </p:nvPr>
        </p:nvSpPr>
        <p:spPr>
          <a:xfrm>
            <a:off x="304800" y="182033"/>
            <a:ext cx="2005542" cy="774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333"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7"/>
          <p:cNvSpPr txBox="1">
            <a:spLocks noGrp="1"/>
          </p:cNvSpPr>
          <p:nvPr>
            <p:ph type="body" idx="1"/>
          </p:nvPr>
        </p:nvSpPr>
        <p:spPr>
          <a:xfrm>
            <a:off x="2383367" y="182034"/>
            <a:ext cx="3407833" cy="3902075"/>
          </a:xfrm>
          <a:prstGeom prst="rect">
            <a:avLst/>
          </a:prstGeom>
          <a:noFill/>
          <a:ln>
            <a:noFill/>
          </a:ln>
        </p:spPr>
        <p:txBody>
          <a:bodyPr spcFirstLastPara="1" wrap="square" lIns="91425" tIns="45700" rIns="91425" bIns="45700" anchor="t" anchorCtr="0">
            <a:normAutofit/>
          </a:bodyPr>
          <a:lstStyle>
            <a:lvl1pPr marL="304815" lvl="0" indent="-287881" algn="l">
              <a:spcBef>
                <a:spcPts val="427"/>
              </a:spcBef>
              <a:spcAft>
                <a:spcPts val="0"/>
              </a:spcAft>
              <a:buClr>
                <a:schemeClr val="dk1"/>
              </a:buClr>
              <a:buSzPts val="3200"/>
              <a:buChar char="•"/>
              <a:defRPr sz="2133"/>
            </a:lvl1pPr>
            <a:lvl2pPr marL="609630" lvl="1" indent="-270947" algn="l">
              <a:spcBef>
                <a:spcPts val="373"/>
              </a:spcBef>
              <a:spcAft>
                <a:spcPts val="0"/>
              </a:spcAft>
              <a:buClr>
                <a:schemeClr val="dk1"/>
              </a:buClr>
              <a:buSzPts val="2800"/>
              <a:buChar char="–"/>
              <a:defRPr sz="1867"/>
            </a:lvl2pPr>
            <a:lvl3pPr marL="914446" lvl="2" indent="-254013" algn="l">
              <a:spcBef>
                <a:spcPts val="320"/>
              </a:spcBef>
              <a:spcAft>
                <a:spcPts val="0"/>
              </a:spcAft>
              <a:buClr>
                <a:schemeClr val="dk1"/>
              </a:buClr>
              <a:buSzPts val="2400"/>
              <a:buChar char="•"/>
              <a:defRPr sz="1600"/>
            </a:lvl3pPr>
            <a:lvl4pPr marL="1219261" lvl="3" indent="-237079" algn="l">
              <a:spcBef>
                <a:spcPts val="267"/>
              </a:spcBef>
              <a:spcAft>
                <a:spcPts val="0"/>
              </a:spcAft>
              <a:buClr>
                <a:schemeClr val="dk1"/>
              </a:buClr>
              <a:buSzPts val="2000"/>
              <a:buChar char="–"/>
              <a:defRPr sz="1333"/>
            </a:lvl4pPr>
            <a:lvl5pPr marL="1524076" lvl="4" indent="-237079" algn="l">
              <a:spcBef>
                <a:spcPts val="267"/>
              </a:spcBef>
              <a:spcAft>
                <a:spcPts val="0"/>
              </a:spcAft>
              <a:buClr>
                <a:schemeClr val="dk1"/>
              </a:buClr>
              <a:buSzPts val="2000"/>
              <a:buChar char="»"/>
              <a:defRPr sz="1333"/>
            </a:lvl5pPr>
            <a:lvl6pPr marL="1828891" lvl="5" indent="-237079" algn="l">
              <a:spcBef>
                <a:spcPts val="267"/>
              </a:spcBef>
              <a:spcAft>
                <a:spcPts val="0"/>
              </a:spcAft>
              <a:buClr>
                <a:schemeClr val="dk1"/>
              </a:buClr>
              <a:buSzPts val="2000"/>
              <a:buChar char="•"/>
              <a:defRPr sz="1333"/>
            </a:lvl6pPr>
            <a:lvl7pPr marL="2133707" lvl="6" indent="-237079" algn="l">
              <a:spcBef>
                <a:spcPts val="267"/>
              </a:spcBef>
              <a:spcAft>
                <a:spcPts val="0"/>
              </a:spcAft>
              <a:buClr>
                <a:schemeClr val="dk1"/>
              </a:buClr>
              <a:buSzPts val="2000"/>
              <a:buChar char="•"/>
              <a:defRPr sz="1333"/>
            </a:lvl7pPr>
            <a:lvl8pPr marL="2438522" lvl="7" indent="-237079" algn="l">
              <a:spcBef>
                <a:spcPts val="267"/>
              </a:spcBef>
              <a:spcAft>
                <a:spcPts val="0"/>
              </a:spcAft>
              <a:buClr>
                <a:schemeClr val="dk1"/>
              </a:buClr>
              <a:buSzPts val="2000"/>
              <a:buChar char="•"/>
              <a:defRPr sz="1333"/>
            </a:lvl8pPr>
            <a:lvl9pPr marL="2743337" lvl="8" indent="-237079" algn="l">
              <a:spcBef>
                <a:spcPts val="267"/>
              </a:spcBef>
              <a:spcAft>
                <a:spcPts val="0"/>
              </a:spcAft>
              <a:buClr>
                <a:schemeClr val="dk1"/>
              </a:buClr>
              <a:buSzPts val="2000"/>
              <a:buChar char="•"/>
              <a:defRPr sz="1333"/>
            </a:lvl9pPr>
          </a:lstStyle>
          <a:p>
            <a:endParaRPr/>
          </a:p>
        </p:txBody>
      </p:sp>
      <p:sp>
        <p:nvSpPr>
          <p:cNvPr id="57" name="Google Shape;57;p27"/>
          <p:cNvSpPr txBox="1">
            <a:spLocks noGrp="1"/>
          </p:cNvSpPr>
          <p:nvPr>
            <p:ph type="body" idx="2"/>
          </p:nvPr>
        </p:nvSpPr>
        <p:spPr>
          <a:xfrm>
            <a:off x="304800" y="956734"/>
            <a:ext cx="2005542" cy="3127375"/>
          </a:xfrm>
          <a:prstGeom prst="rect">
            <a:avLst/>
          </a:prstGeom>
          <a:noFill/>
          <a:ln>
            <a:noFill/>
          </a:ln>
        </p:spPr>
        <p:txBody>
          <a:bodyPr spcFirstLastPara="1" wrap="square" lIns="91425" tIns="45700" rIns="91425" bIns="45700" anchor="t" anchorCtr="0">
            <a:normAutofit/>
          </a:bodyPr>
          <a:lstStyle>
            <a:lvl1pPr marL="304815" lvl="0" indent="-152408" algn="l">
              <a:spcBef>
                <a:spcPts val="187"/>
              </a:spcBef>
              <a:spcAft>
                <a:spcPts val="0"/>
              </a:spcAft>
              <a:buClr>
                <a:schemeClr val="dk1"/>
              </a:buClr>
              <a:buSzPts val="1400"/>
              <a:buNone/>
              <a:defRPr sz="933"/>
            </a:lvl1pPr>
            <a:lvl2pPr marL="609630" lvl="1" indent="-152408" algn="l">
              <a:spcBef>
                <a:spcPts val="160"/>
              </a:spcBef>
              <a:spcAft>
                <a:spcPts val="0"/>
              </a:spcAft>
              <a:buClr>
                <a:schemeClr val="dk1"/>
              </a:buClr>
              <a:buSzPts val="1200"/>
              <a:buNone/>
              <a:defRPr sz="800"/>
            </a:lvl2pPr>
            <a:lvl3pPr marL="914446" lvl="2" indent="-152408" algn="l">
              <a:spcBef>
                <a:spcPts val="133"/>
              </a:spcBef>
              <a:spcAft>
                <a:spcPts val="0"/>
              </a:spcAft>
              <a:buClr>
                <a:schemeClr val="dk1"/>
              </a:buClr>
              <a:buSzPts val="1000"/>
              <a:buNone/>
              <a:defRPr sz="667"/>
            </a:lvl3pPr>
            <a:lvl4pPr marL="1219261" lvl="3" indent="-152408" algn="l">
              <a:spcBef>
                <a:spcPts val="120"/>
              </a:spcBef>
              <a:spcAft>
                <a:spcPts val="0"/>
              </a:spcAft>
              <a:buClr>
                <a:schemeClr val="dk1"/>
              </a:buClr>
              <a:buSzPts val="900"/>
              <a:buNone/>
              <a:defRPr sz="600"/>
            </a:lvl4pPr>
            <a:lvl5pPr marL="1524076" lvl="4" indent="-152408" algn="l">
              <a:spcBef>
                <a:spcPts val="120"/>
              </a:spcBef>
              <a:spcAft>
                <a:spcPts val="0"/>
              </a:spcAft>
              <a:buClr>
                <a:schemeClr val="dk1"/>
              </a:buClr>
              <a:buSzPts val="900"/>
              <a:buNone/>
              <a:defRPr sz="600"/>
            </a:lvl5pPr>
            <a:lvl6pPr marL="1828891" lvl="5" indent="-152408" algn="l">
              <a:spcBef>
                <a:spcPts val="120"/>
              </a:spcBef>
              <a:spcAft>
                <a:spcPts val="0"/>
              </a:spcAft>
              <a:buClr>
                <a:schemeClr val="dk1"/>
              </a:buClr>
              <a:buSzPts val="900"/>
              <a:buNone/>
              <a:defRPr sz="600"/>
            </a:lvl6pPr>
            <a:lvl7pPr marL="2133707" lvl="6" indent="-152408" algn="l">
              <a:spcBef>
                <a:spcPts val="120"/>
              </a:spcBef>
              <a:spcAft>
                <a:spcPts val="0"/>
              </a:spcAft>
              <a:buClr>
                <a:schemeClr val="dk1"/>
              </a:buClr>
              <a:buSzPts val="900"/>
              <a:buNone/>
              <a:defRPr sz="600"/>
            </a:lvl7pPr>
            <a:lvl8pPr marL="2438522" lvl="7" indent="-152408" algn="l">
              <a:spcBef>
                <a:spcPts val="120"/>
              </a:spcBef>
              <a:spcAft>
                <a:spcPts val="0"/>
              </a:spcAft>
              <a:buClr>
                <a:schemeClr val="dk1"/>
              </a:buClr>
              <a:buSzPts val="900"/>
              <a:buNone/>
              <a:defRPr sz="600"/>
            </a:lvl8pPr>
            <a:lvl9pPr marL="2743337" lvl="8" indent="-152408" algn="l">
              <a:spcBef>
                <a:spcPts val="120"/>
              </a:spcBef>
              <a:spcAft>
                <a:spcPts val="0"/>
              </a:spcAft>
              <a:buClr>
                <a:schemeClr val="dk1"/>
              </a:buClr>
              <a:buSzPts val="900"/>
              <a:buNone/>
              <a:defRPr sz="600"/>
            </a:lvl9pPr>
          </a:lstStyle>
          <a:p>
            <a:endParaRPr/>
          </a:p>
        </p:txBody>
      </p:sp>
      <p:sp>
        <p:nvSpPr>
          <p:cNvPr id="58" name="Google Shape;58;p27"/>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7"/>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7"/>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2394737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28"/>
          <p:cNvSpPr txBox="1">
            <a:spLocks noGrp="1"/>
          </p:cNvSpPr>
          <p:nvPr>
            <p:ph type="title"/>
          </p:nvPr>
        </p:nvSpPr>
        <p:spPr>
          <a:xfrm>
            <a:off x="1194859" y="3200400"/>
            <a:ext cx="3657600" cy="3778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333"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8"/>
          <p:cNvSpPr>
            <a:spLocks noGrp="1"/>
          </p:cNvSpPr>
          <p:nvPr>
            <p:ph type="pic" idx="2"/>
          </p:nvPr>
        </p:nvSpPr>
        <p:spPr>
          <a:xfrm>
            <a:off x="1194859" y="408517"/>
            <a:ext cx="3657600" cy="2743200"/>
          </a:xfrm>
          <a:prstGeom prst="rect">
            <a:avLst/>
          </a:prstGeom>
          <a:noFill/>
          <a:ln>
            <a:noFill/>
          </a:ln>
        </p:spPr>
      </p:sp>
      <p:sp>
        <p:nvSpPr>
          <p:cNvPr id="64" name="Google Shape;64;p28"/>
          <p:cNvSpPr txBox="1">
            <a:spLocks noGrp="1"/>
          </p:cNvSpPr>
          <p:nvPr>
            <p:ph type="body" idx="1"/>
          </p:nvPr>
        </p:nvSpPr>
        <p:spPr>
          <a:xfrm>
            <a:off x="1194859" y="3578225"/>
            <a:ext cx="3657600" cy="536575"/>
          </a:xfrm>
          <a:prstGeom prst="rect">
            <a:avLst/>
          </a:prstGeom>
          <a:noFill/>
          <a:ln>
            <a:noFill/>
          </a:ln>
        </p:spPr>
        <p:txBody>
          <a:bodyPr spcFirstLastPara="1" wrap="square" lIns="91425" tIns="45700" rIns="91425" bIns="45700" anchor="t" anchorCtr="0">
            <a:normAutofit/>
          </a:bodyPr>
          <a:lstStyle>
            <a:lvl1pPr marL="304815" lvl="0" indent="-152408" algn="l">
              <a:spcBef>
                <a:spcPts val="187"/>
              </a:spcBef>
              <a:spcAft>
                <a:spcPts val="0"/>
              </a:spcAft>
              <a:buClr>
                <a:schemeClr val="dk1"/>
              </a:buClr>
              <a:buSzPts val="1400"/>
              <a:buNone/>
              <a:defRPr sz="933"/>
            </a:lvl1pPr>
            <a:lvl2pPr marL="609630" lvl="1" indent="-152408" algn="l">
              <a:spcBef>
                <a:spcPts val="160"/>
              </a:spcBef>
              <a:spcAft>
                <a:spcPts val="0"/>
              </a:spcAft>
              <a:buClr>
                <a:schemeClr val="dk1"/>
              </a:buClr>
              <a:buSzPts val="1200"/>
              <a:buNone/>
              <a:defRPr sz="800"/>
            </a:lvl2pPr>
            <a:lvl3pPr marL="914446" lvl="2" indent="-152408" algn="l">
              <a:spcBef>
                <a:spcPts val="133"/>
              </a:spcBef>
              <a:spcAft>
                <a:spcPts val="0"/>
              </a:spcAft>
              <a:buClr>
                <a:schemeClr val="dk1"/>
              </a:buClr>
              <a:buSzPts val="1000"/>
              <a:buNone/>
              <a:defRPr sz="667"/>
            </a:lvl3pPr>
            <a:lvl4pPr marL="1219261" lvl="3" indent="-152408" algn="l">
              <a:spcBef>
                <a:spcPts val="120"/>
              </a:spcBef>
              <a:spcAft>
                <a:spcPts val="0"/>
              </a:spcAft>
              <a:buClr>
                <a:schemeClr val="dk1"/>
              </a:buClr>
              <a:buSzPts val="900"/>
              <a:buNone/>
              <a:defRPr sz="600"/>
            </a:lvl4pPr>
            <a:lvl5pPr marL="1524076" lvl="4" indent="-152408" algn="l">
              <a:spcBef>
                <a:spcPts val="120"/>
              </a:spcBef>
              <a:spcAft>
                <a:spcPts val="0"/>
              </a:spcAft>
              <a:buClr>
                <a:schemeClr val="dk1"/>
              </a:buClr>
              <a:buSzPts val="900"/>
              <a:buNone/>
              <a:defRPr sz="600"/>
            </a:lvl5pPr>
            <a:lvl6pPr marL="1828891" lvl="5" indent="-152408" algn="l">
              <a:spcBef>
                <a:spcPts val="120"/>
              </a:spcBef>
              <a:spcAft>
                <a:spcPts val="0"/>
              </a:spcAft>
              <a:buClr>
                <a:schemeClr val="dk1"/>
              </a:buClr>
              <a:buSzPts val="900"/>
              <a:buNone/>
              <a:defRPr sz="600"/>
            </a:lvl6pPr>
            <a:lvl7pPr marL="2133707" lvl="6" indent="-152408" algn="l">
              <a:spcBef>
                <a:spcPts val="120"/>
              </a:spcBef>
              <a:spcAft>
                <a:spcPts val="0"/>
              </a:spcAft>
              <a:buClr>
                <a:schemeClr val="dk1"/>
              </a:buClr>
              <a:buSzPts val="900"/>
              <a:buNone/>
              <a:defRPr sz="600"/>
            </a:lvl7pPr>
            <a:lvl8pPr marL="2438522" lvl="7" indent="-152408" algn="l">
              <a:spcBef>
                <a:spcPts val="120"/>
              </a:spcBef>
              <a:spcAft>
                <a:spcPts val="0"/>
              </a:spcAft>
              <a:buClr>
                <a:schemeClr val="dk1"/>
              </a:buClr>
              <a:buSzPts val="900"/>
              <a:buNone/>
              <a:defRPr sz="600"/>
            </a:lvl8pPr>
            <a:lvl9pPr marL="2743337" lvl="8" indent="-152408" algn="l">
              <a:spcBef>
                <a:spcPts val="120"/>
              </a:spcBef>
              <a:spcAft>
                <a:spcPts val="0"/>
              </a:spcAft>
              <a:buClr>
                <a:schemeClr val="dk1"/>
              </a:buClr>
              <a:buSzPts val="900"/>
              <a:buNone/>
              <a:defRPr sz="600"/>
            </a:lvl9pPr>
          </a:lstStyle>
          <a:p>
            <a:endParaRPr/>
          </a:p>
        </p:txBody>
      </p:sp>
      <p:sp>
        <p:nvSpPr>
          <p:cNvPr id="65" name="Google Shape;65;p28"/>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8"/>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8"/>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23821122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29"/>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9"/>
          <p:cNvSpPr txBox="1">
            <a:spLocks noGrp="1"/>
          </p:cNvSpPr>
          <p:nvPr>
            <p:ph type="body" idx="1"/>
          </p:nvPr>
        </p:nvSpPr>
        <p:spPr>
          <a:xfrm rot="5400000">
            <a:off x="1539346" y="-167745"/>
            <a:ext cx="3017309" cy="5486400"/>
          </a:xfrm>
          <a:prstGeom prst="rect">
            <a:avLst/>
          </a:prstGeom>
          <a:noFill/>
          <a:ln>
            <a:noFill/>
          </a:ln>
        </p:spPr>
        <p:txBody>
          <a:bodyPr spcFirstLastPara="1" wrap="square" lIns="91425" tIns="45700" rIns="91425" bIns="45700" anchor="t" anchorCtr="0">
            <a:norm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71" name="Google Shape;71;p29"/>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9"/>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9"/>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214126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30"/>
          <p:cNvSpPr txBox="1">
            <a:spLocks noGrp="1"/>
          </p:cNvSpPr>
          <p:nvPr>
            <p:ph type="title"/>
          </p:nvPr>
        </p:nvSpPr>
        <p:spPr>
          <a:xfrm rot="5400000">
            <a:off x="3154892" y="1447801"/>
            <a:ext cx="3901017" cy="13716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0"/>
          <p:cNvSpPr txBox="1">
            <a:spLocks noGrp="1"/>
          </p:cNvSpPr>
          <p:nvPr>
            <p:ph type="body" idx="1"/>
          </p:nvPr>
        </p:nvSpPr>
        <p:spPr>
          <a:xfrm rot="5400000">
            <a:off x="360892" y="127000"/>
            <a:ext cx="3901017" cy="4013200"/>
          </a:xfrm>
          <a:prstGeom prst="rect">
            <a:avLst/>
          </a:prstGeom>
          <a:noFill/>
          <a:ln>
            <a:noFill/>
          </a:ln>
        </p:spPr>
        <p:txBody>
          <a:bodyPr spcFirstLastPara="1" wrap="square" lIns="91425" tIns="45700" rIns="91425" bIns="45700" anchor="t" anchorCtr="0">
            <a:normAutofit/>
          </a:bodyPr>
          <a:lstStyle>
            <a:lvl1pPr marL="304815" lvl="0" indent="-228611" algn="l">
              <a:spcBef>
                <a:spcPts val="240"/>
              </a:spcBef>
              <a:spcAft>
                <a:spcPts val="0"/>
              </a:spcAft>
              <a:buClr>
                <a:schemeClr val="dk1"/>
              </a:buClr>
              <a:buSzPts val="1800"/>
              <a:buChar char="•"/>
              <a:defRPr/>
            </a:lvl1pPr>
            <a:lvl2pPr marL="609630" lvl="1" indent="-228611" algn="l">
              <a:spcBef>
                <a:spcPts val="240"/>
              </a:spcBef>
              <a:spcAft>
                <a:spcPts val="0"/>
              </a:spcAft>
              <a:buClr>
                <a:schemeClr val="dk1"/>
              </a:buClr>
              <a:buSzPts val="1800"/>
              <a:buChar char="–"/>
              <a:defRPr/>
            </a:lvl2pPr>
            <a:lvl3pPr marL="914446" lvl="2" indent="-228611" algn="l">
              <a:spcBef>
                <a:spcPts val="240"/>
              </a:spcBef>
              <a:spcAft>
                <a:spcPts val="0"/>
              </a:spcAft>
              <a:buClr>
                <a:schemeClr val="dk1"/>
              </a:buClr>
              <a:buSzPts val="1800"/>
              <a:buChar char="•"/>
              <a:defRPr/>
            </a:lvl3pPr>
            <a:lvl4pPr marL="1219261" lvl="3" indent="-228611" algn="l">
              <a:spcBef>
                <a:spcPts val="240"/>
              </a:spcBef>
              <a:spcAft>
                <a:spcPts val="0"/>
              </a:spcAft>
              <a:buClr>
                <a:schemeClr val="dk1"/>
              </a:buClr>
              <a:buSzPts val="1800"/>
              <a:buChar char="–"/>
              <a:defRPr/>
            </a:lvl4pPr>
            <a:lvl5pPr marL="1524076" lvl="4" indent="-228611" algn="l">
              <a:spcBef>
                <a:spcPts val="240"/>
              </a:spcBef>
              <a:spcAft>
                <a:spcPts val="0"/>
              </a:spcAft>
              <a:buClr>
                <a:schemeClr val="dk1"/>
              </a:buClr>
              <a:buSzPts val="1800"/>
              <a:buChar char="»"/>
              <a:defRPr/>
            </a:lvl5pPr>
            <a:lvl6pPr marL="1828891" lvl="5" indent="-228611" algn="l">
              <a:spcBef>
                <a:spcPts val="240"/>
              </a:spcBef>
              <a:spcAft>
                <a:spcPts val="0"/>
              </a:spcAft>
              <a:buClr>
                <a:schemeClr val="dk1"/>
              </a:buClr>
              <a:buSzPts val="1800"/>
              <a:buChar char="•"/>
              <a:defRPr/>
            </a:lvl6pPr>
            <a:lvl7pPr marL="2133707" lvl="6" indent="-228611" algn="l">
              <a:spcBef>
                <a:spcPts val="240"/>
              </a:spcBef>
              <a:spcAft>
                <a:spcPts val="0"/>
              </a:spcAft>
              <a:buClr>
                <a:schemeClr val="dk1"/>
              </a:buClr>
              <a:buSzPts val="1800"/>
              <a:buChar char="•"/>
              <a:defRPr/>
            </a:lvl7pPr>
            <a:lvl8pPr marL="2438522" lvl="7" indent="-228611" algn="l">
              <a:spcBef>
                <a:spcPts val="240"/>
              </a:spcBef>
              <a:spcAft>
                <a:spcPts val="0"/>
              </a:spcAft>
              <a:buClr>
                <a:schemeClr val="dk1"/>
              </a:buClr>
              <a:buSzPts val="1800"/>
              <a:buChar char="•"/>
              <a:defRPr/>
            </a:lvl8pPr>
            <a:lvl9pPr marL="2743337" lvl="8" indent="-228611" algn="l">
              <a:spcBef>
                <a:spcPts val="240"/>
              </a:spcBef>
              <a:spcAft>
                <a:spcPts val="0"/>
              </a:spcAft>
              <a:buClr>
                <a:schemeClr val="dk1"/>
              </a:buClr>
              <a:buSzPts val="1800"/>
              <a:buChar char="•"/>
              <a:defRPr/>
            </a:lvl9pPr>
          </a:lstStyle>
          <a:p>
            <a:endParaRPr/>
          </a:p>
        </p:txBody>
      </p:sp>
      <p:sp>
        <p:nvSpPr>
          <p:cNvPr id="77" name="Google Shape;77;p30"/>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0"/>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0"/>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302267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A89F231-8783-E7A2-68C4-78E98A4AFA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84CD3EF-69A2-0AF2-C088-A3CFA066BF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68FCD83-CB50-43AC-719A-2962C663F2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A69D51-6CD1-4A0E-BB29-19E51C79D946}" type="datetimeFigureOut">
              <a:rPr kumimoji="1" lang="ja-JP" altLang="en-US" smtClean="0"/>
              <a:t>2026/5/9</a:t>
            </a:fld>
            <a:endParaRPr kumimoji="1" lang="ja-JP" altLang="en-US"/>
          </a:p>
        </p:txBody>
      </p:sp>
      <p:sp>
        <p:nvSpPr>
          <p:cNvPr id="5" name="フッター プレースホルダー 4">
            <a:extLst>
              <a:ext uri="{FF2B5EF4-FFF2-40B4-BE49-F238E27FC236}">
                <a16:creationId xmlns:a16="http://schemas.microsoft.com/office/drawing/2014/main" id="{9A88AF7D-E3D4-71E9-828E-B505D6C51E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44CEA3D-E6BC-6E73-57B3-C713D40AC5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44B354-3F41-487A-866B-CDA8C2FAB650}" type="slidenum">
              <a:rPr kumimoji="1" lang="ja-JP" altLang="en-US" smtClean="0"/>
              <a:t>‹#›</a:t>
            </a:fld>
            <a:endParaRPr kumimoji="1" lang="ja-JP" altLang="en-US"/>
          </a:p>
        </p:txBody>
      </p:sp>
    </p:spTree>
    <p:extLst>
      <p:ext uri="{BB962C8B-B14F-4D97-AF65-F5344CB8AC3E}">
        <p14:creationId xmlns:p14="http://schemas.microsoft.com/office/powerpoint/2010/main" val="3730816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304800" y="183092"/>
            <a:ext cx="5486400" cy="762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9"/>
          <p:cNvSpPr txBox="1">
            <a:spLocks noGrp="1"/>
          </p:cNvSpPr>
          <p:nvPr>
            <p:ph type="body" idx="1"/>
          </p:nvPr>
        </p:nvSpPr>
        <p:spPr>
          <a:xfrm>
            <a:off x="304800" y="1066800"/>
            <a:ext cx="5486400" cy="3017309"/>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9"/>
          <p:cNvSpPr txBox="1">
            <a:spLocks noGrp="1"/>
          </p:cNvSpPr>
          <p:nvPr>
            <p:ph type="dt" idx="10"/>
          </p:nvPr>
        </p:nvSpPr>
        <p:spPr>
          <a:xfrm>
            <a:off x="304800" y="4237567"/>
            <a:ext cx="1422400" cy="24341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9" name="Google Shape;9;p19"/>
          <p:cNvSpPr txBox="1">
            <a:spLocks noGrp="1"/>
          </p:cNvSpPr>
          <p:nvPr>
            <p:ph type="ftr" idx="11"/>
          </p:nvPr>
        </p:nvSpPr>
        <p:spPr>
          <a:xfrm>
            <a:off x="2082800" y="4237567"/>
            <a:ext cx="1930400" cy="24341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0" name="Google Shape;10;p19"/>
          <p:cNvSpPr txBox="1">
            <a:spLocks noGrp="1"/>
          </p:cNvSpPr>
          <p:nvPr>
            <p:ph type="sldNum" idx="12"/>
          </p:nvPr>
        </p:nvSpPr>
        <p:spPr>
          <a:xfrm>
            <a:off x="4368800" y="4237567"/>
            <a:ext cx="1422400" cy="243417"/>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800" b="0" i="0" u="none" strike="noStrike" cap="none">
                <a:solidFill>
                  <a:srgbClr val="888888"/>
                </a:solidFill>
                <a:latin typeface="Calibri"/>
                <a:ea typeface="Calibri"/>
                <a:cs typeface="Calibri"/>
                <a:sym typeface="Calibri"/>
              </a:defRPr>
            </a:lvl1pPr>
            <a:lvl2pPr marL="0" marR="0" lvl="1" indent="0" algn="r" rtl="0">
              <a:spcBef>
                <a:spcPts val="0"/>
              </a:spcBef>
              <a:buNone/>
              <a:defRPr sz="800" b="0" i="0" u="none" strike="noStrike" cap="none">
                <a:solidFill>
                  <a:srgbClr val="888888"/>
                </a:solidFill>
                <a:latin typeface="Calibri"/>
                <a:ea typeface="Calibri"/>
                <a:cs typeface="Calibri"/>
                <a:sym typeface="Calibri"/>
              </a:defRPr>
            </a:lvl2pPr>
            <a:lvl3pPr marL="0" marR="0" lvl="2" indent="0" algn="r" rtl="0">
              <a:spcBef>
                <a:spcPts val="0"/>
              </a:spcBef>
              <a:buNone/>
              <a:defRPr sz="800" b="0" i="0" u="none" strike="noStrike" cap="none">
                <a:solidFill>
                  <a:srgbClr val="888888"/>
                </a:solidFill>
                <a:latin typeface="Calibri"/>
                <a:ea typeface="Calibri"/>
                <a:cs typeface="Calibri"/>
                <a:sym typeface="Calibri"/>
              </a:defRPr>
            </a:lvl3pPr>
            <a:lvl4pPr marL="0" marR="0" lvl="3" indent="0" algn="r" rtl="0">
              <a:spcBef>
                <a:spcPts val="0"/>
              </a:spcBef>
              <a:buNone/>
              <a:defRPr sz="800" b="0" i="0" u="none" strike="noStrike" cap="none">
                <a:solidFill>
                  <a:srgbClr val="888888"/>
                </a:solidFill>
                <a:latin typeface="Calibri"/>
                <a:ea typeface="Calibri"/>
                <a:cs typeface="Calibri"/>
                <a:sym typeface="Calibri"/>
              </a:defRPr>
            </a:lvl4pPr>
            <a:lvl5pPr marL="0" marR="0" lvl="4" indent="0" algn="r" rtl="0">
              <a:spcBef>
                <a:spcPts val="0"/>
              </a:spcBef>
              <a:buNone/>
              <a:defRPr sz="800" b="0" i="0" u="none" strike="noStrike" cap="none">
                <a:solidFill>
                  <a:srgbClr val="888888"/>
                </a:solidFill>
                <a:latin typeface="Calibri"/>
                <a:ea typeface="Calibri"/>
                <a:cs typeface="Calibri"/>
                <a:sym typeface="Calibri"/>
              </a:defRPr>
            </a:lvl5pPr>
            <a:lvl6pPr marL="0" marR="0" lvl="5" indent="0" algn="r" rtl="0">
              <a:spcBef>
                <a:spcPts val="0"/>
              </a:spcBef>
              <a:buNone/>
              <a:defRPr sz="800" b="0" i="0" u="none" strike="noStrike" cap="none">
                <a:solidFill>
                  <a:srgbClr val="888888"/>
                </a:solidFill>
                <a:latin typeface="Calibri"/>
                <a:ea typeface="Calibri"/>
                <a:cs typeface="Calibri"/>
                <a:sym typeface="Calibri"/>
              </a:defRPr>
            </a:lvl6pPr>
            <a:lvl7pPr marL="0" marR="0" lvl="6" indent="0" algn="r" rtl="0">
              <a:spcBef>
                <a:spcPts val="0"/>
              </a:spcBef>
              <a:buNone/>
              <a:defRPr sz="800" b="0" i="0" u="none" strike="noStrike" cap="none">
                <a:solidFill>
                  <a:srgbClr val="888888"/>
                </a:solidFill>
                <a:latin typeface="Calibri"/>
                <a:ea typeface="Calibri"/>
                <a:cs typeface="Calibri"/>
                <a:sym typeface="Calibri"/>
              </a:defRPr>
            </a:lvl7pPr>
            <a:lvl8pPr marL="0" marR="0" lvl="7" indent="0" algn="r" rtl="0">
              <a:spcBef>
                <a:spcPts val="0"/>
              </a:spcBef>
              <a:buNone/>
              <a:defRPr sz="800" b="0" i="0" u="none" strike="noStrike" cap="none">
                <a:solidFill>
                  <a:srgbClr val="888888"/>
                </a:solidFill>
                <a:latin typeface="Calibri"/>
                <a:ea typeface="Calibri"/>
                <a:cs typeface="Calibri"/>
                <a:sym typeface="Calibri"/>
              </a:defRPr>
            </a:lvl8pPr>
            <a:lvl9pPr marL="0" marR="0" lvl="8" indent="0" algn="r" rtl="0">
              <a:spcBef>
                <a:spcPts val="0"/>
              </a:spcBef>
              <a:buNone/>
              <a:defRPr sz="800" b="0" i="0" u="none" strike="noStrike" cap="none">
                <a:solidFill>
                  <a:srgbClr val="888888"/>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95451036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0"/>
            <a:ext cx="12192000" cy="6858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22" b="-9222"/>
            </a:stretch>
          </a:blipFill>
          <a:ln>
            <a:noFill/>
          </a:ln>
        </p:spPr>
      </p:sp>
      <p:sp>
        <p:nvSpPr>
          <p:cNvPr id="85" name="Google Shape;85;p1"/>
          <p:cNvSpPr/>
          <p:nvPr/>
        </p:nvSpPr>
        <p:spPr>
          <a:xfrm rot="3017480">
            <a:off x="567478" y="-495460"/>
            <a:ext cx="1507043" cy="1507043"/>
          </a:xfrm>
          <a:custGeom>
            <a:avLst/>
            <a:gdLst/>
            <a:ahLst/>
            <a:cxnLst/>
            <a:rect l="l" t="t" r="r" b="b"/>
            <a:pathLst>
              <a:path w="2260565" h="2260565" extrusionOk="0">
                <a:moveTo>
                  <a:pt x="0" y="0"/>
                </a:moveTo>
                <a:lnTo>
                  <a:pt x="2260564" y="0"/>
                </a:lnTo>
                <a:lnTo>
                  <a:pt x="2260564" y="2260564"/>
                </a:lnTo>
                <a:lnTo>
                  <a:pt x="0" y="2260564"/>
                </a:lnTo>
                <a:lnTo>
                  <a:pt x="0" y="0"/>
                </a:lnTo>
                <a:close/>
              </a:path>
            </a:pathLst>
          </a:custGeom>
          <a:noFill/>
          <a:ln>
            <a:noFill/>
          </a:ln>
        </p:spPr>
      </p:sp>
      <p:sp>
        <p:nvSpPr>
          <p:cNvPr id="86" name="Google Shape;86;p1"/>
          <p:cNvSpPr/>
          <p:nvPr/>
        </p:nvSpPr>
        <p:spPr>
          <a:xfrm rot="6701701">
            <a:off x="11000272" y="4591126"/>
            <a:ext cx="2524906" cy="2524906"/>
          </a:xfrm>
          <a:custGeom>
            <a:avLst/>
            <a:gdLst/>
            <a:ahLst/>
            <a:cxnLst/>
            <a:rect l="l" t="t" r="r" b="b"/>
            <a:pathLst>
              <a:path w="3787359" h="3787359" extrusionOk="0">
                <a:moveTo>
                  <a:pt x="0" y="0"/>
                </a:moveTo>
                <a:lnTo>
                  <a:pt x="3787359" y="0"/>
                </a:lnTo>
                <a:lnTo>
                  <a:pt x="3787359" y="3787359"/>
                </a:lnTo>
                <a:lnTo>
                  <a:pt x="0" y="3787359"/>
                </a:lnTo>
                <a:lnTo>
                  <a:pt x="0" y="0"/>
                </a:lnTo>
                <a:close/>
              </a:path>
            </a:pathLst>
          </a:custGeom>
          <a:noFill/>
          <a:ln>
            <a:noFill/>
          </a:ln>
        </p:spPr>
      </p:sp>
      <p:sp>
        <p:nvSpPr>
          <p:cNvPr id="87" name="Google Shape;87;p1"/>
          <p:cNvSpPr/>
          <p:nvPr/>
        </p:nvSpPr>
        <p:spPr>
          <a:xfrm rot="-4135129">
            <a:off x="9329335" y="-674610"/>
            <a:ext cx="1415839" cy="1415839"/>
          </a:xfrm>
          <a:custGeom>
            <a:avLst/>
            <a:gdLst/>
            <a:ahLst/>
            <a:cxnLst/>
            <a:rect l="l" t="t" r="r" b="b"/>
            <a:pathLst>
              <a:path w="2123759" h="2123759" extrusionOk="0">
                <a:moveTo>
                  <a:pt x="0" y="0"/>
                </a:moveTo>
                <a:lnTo>
                  <a:pt x="2123759" y="0"/>
                </a:lnTo>
                <a:lnTo>
                  <a:pt x="2123759" y="2123759"/>
                </a:lnTo>
                <a:lnTo>
                  <a:pt x="0" y="2123759"/>
                </a:lnTo>
                <a:lnTo>
                  <a:pt x="0" y="0"/>
                </a:lnTo>
                <a:close/>
              </a:path>
            </a:pathLst>
          </a:custGeom>
          <a:noFill/>
          <a:ln>
            <a:noFill/>
          </a:ln>
        </p:spPr>
      </p:sp>
      <p:sp>
        <p:nvSpPr>
          <p:cNvPr id="88" name="Google Shape;88;p1"/>
          <p:cNvSpPr/>
          <p:nvPr/>
        </p:nvSpPr>
        <p:spPr>
          <a:xfrm>
            <a:off x="6444791" y="5799420"/>
            <a:ext cx="1683286" cy="1693873"/>
          </a:xfrm>
          <a:custGeom>
            <a:avLst/>
            <a:gdLst/>
            <a:ahLst/>
            <a:cxnLst/>
            <a:rect l="l" t="t" r="r" b="b"/>
            <a:pathLst>
              <a:path w="2524929" h="2540809" extrusionOk="0">
                <a:moveTo>
                  <a:pt x="0" y="0"/>
                </a:moveTo>
                <a:lnTo>
                  <a:pt x="2524929" y="0"/>
                </a:lnTo>
                <a:lnTo>
                  <a:pt x="2524929" y="2540809"/>
                </a:lnTo>
                <a:lnTo>
                  <a:pt x="0" y="2540809"/>
                </a:lnTo>
                <a:lnTo>
                  <a:pt x="0" y="0"/>
                </a:lnTo>
                <a:close/>
              </a:path>
            </a:pathLst>
          </a:custGeom>
          <a:noFill/>
          <a:ln>
            <a:noFill/>
          </a:ln>
        </p:spPr>
      </p:sp>
      <p:grpSp>
        <p:nvGrpSpPr>
          <p:cNvPr id="89" name="Google Shape;89;p1"/>
          <p:cNvGrpSpPr/>
          <p:nvPr/>
        </p:nvGrpSpPr>
        <p:grpSpPr>
          <a:xfrm rot="818472">
            <a:off x="11407233" y="1444642"/>
            <a:ext cx="1211900" cy="1450431"/>
            <a:chOff x="0" y="0"/>
            <a:chExt cx="2423800" cy="2900863"/>
          </a:xfrm>
        </p:grpSpPr>
        <p:sp>
          <p:nvSpPr>
            <p:cNvPr id="90" name="Google Shape;90;p1"/>
            <p:cNvSpPr/>
            <p:nvPr/>
          </p:nvSpPr>
          <p:spPr>
            <a:xfrm rot="2385737">
              <a:off x="1663661" y="-112753"/>
              <a:ext cx="253486" cy="1675938"/>
            </a:xfrm>
            <a:custGeom>
              <a:avLst/>
              <a:gdLst/>
              <a:ahLst/>
              <a:cxnLst/>
              <a:rect l="l" t="t" r="r" b="b"/>
              <a:pathLst>
                <a:path w="253486" h="1675938" extrusionOk="0">
                  <a:moveTo>
                    <a:pt x="0" y="0"/>
                  </a:moveTo>
                  <a:lnTo>
                    <a:pt x="253486" y="0"/>
                  </a:lnTo>
                  <a:lnTo>
                    <a:pt x="253486" y="1675938"/>
                  </a:lnTo>
                  <a:lnTo>
                    <a:pt x="0" y="1675938"/>
                  </a:lnTo>
                  <a:lnTo>
                    <a:pt x="0" y="0"/>
                  </a:lnTo>
                  <a:close/>
                </a:path>
              </a:pathLst>
            </a:custGeom>
            <a:noFill/>
            <a:ln>
              <a:noFill/>
            </a:ln>
          </p:spPr>
        </p:sp>
        <p:sp>
          <p:nvSpPr>
            <p:cNvPr id="91" name="Google Shape;91;p1"/>
            <p:cNvSpPr/>
            <p:nvPr/>
          </p:nvSpPr>
          <p:spPr>
            <a:xfrm rot="2385737">
              <a:off x="506653" y="1337678"/>
              <a:ext cx="253486" cy="1675938"/>
            </a:xfrm>
            <a:custGeom>
              <a:avLst/>
              <a:gdLst/>
              <a:ahLst/>
              <a:cxnLst/>
              <a:rect l="l" t="t" r="r" b="b"/>
              <a:pathLst>
                <a:path w="253486" h="1675938" extrusionOk="0">
                  <a:moveTo>
                    <a:pt x="0" y="0"/>
                  </a:moveTo>
                  <a:lnTo>
                    <a:pt x="253486" y="0"/>
                  </a:lnTo>
                  <a:lnTo>
                    <a:pt x="253486" y="1675938"/>
                  </a:lnTo>
                  <a:lnTo>
                    <a:pt x="0" y="1675938"/>
                  </a:lnTo>
                  <a:lnTo>
                    <a:pt x="0" y="0"/>
                  </a:lnTo>
                  <a:close/>
                </a:path>
              </a:pathLst>
            </a:custGeom>
            <a:noFill/>
            <a:ln>
              <a:noFill/>
            </a:ln>
          </p:spPr>
        </p:sp>
      </p:grpSp>
      <p:sp>
        <p:nvSpPr>
          <p:cNvPr id="92" name="Google Shape;92;p1"/>
          <p:cNvSpPr/>
          <p:nvPr/>
        </p:nvSpPr>
        <p:spPr>
          <a:xfrm>
            <a:off x="9970379" y="5408930"/>
            <a:ext cx="1670095" cy="1670095"/>
          </a:xfrm>
          <a:custGeom>
            <a:avLst/>
            <a:gdLst/>
            <a:ahLst/>
            <a:cxnLst/>
            <a:rect l="l" t="t" r="r" b="b"/>
            <a:pathLst>
              <a:path w="2505143" h="2505143" extrusionOk="0">
                <a:moveTo>
                  <a:pt x="0" y="0"/>
                </a:moveTo>
                <a:lnTo>
                  <a:pt x="2505143" y="0"/>
                </a:lnTo>
                <a:lnTo>
                  <a:pt x="2505143" y="2505142"/>
                </a:lnTo>
                <a:lnTo>
                  <a:pt x="0" y="2505142"/>
                </a:lnTo>
                <a:lnTo>
                  <a:pt x="0" y="0"/>
                </a:lnTo>
                <a:close/>
              </a:path>
            </a:pathLst>
          </a:custGeom>
          <a:noFill/>
          <a:ln>
            <a:noFill/>
          </a:ln>
        </p:spPr>
      </p:sp>
      <p:grpSp>
        <p:nvGrpSpPr>
          <p:cNvPr id="93" name="Google Shape;93;p1"/>
          <p:cNvGrpSpPr/>
          <p:nvPr/>
        </p:nvGrpSpPr>
        <p:grpSpPr>
          <a:xfrm rot="818472">
            <a:off x="3236646" y="5976031"/>
            <a:ext cx="1211900" cy="1450431"/>
            <a:chOff x="0" y="0"/>
            <a:chExt cx="2423800" cy="2900863"/>
          </a:xfrm>
        </p:grpSpPr>
        <p:sp>
          <p:nvSpPr>
            <p:cNvPr id="94" name="Google Shape;94;p1"/>
            <p:cNvSpPr/>
            <p:nvPr/>
          </p:nvSpPr>
          <p:spPr>
            <a:xfrm rot="2385737">
              <a:off x="1663661" y="-112753"/>
              <a:ext cx="253486" cy="1675938"/>
            </a:xfrm>
            <a:custGeom>
              <a:avLst/>
              <a:gdLst/>
              <a:ahLst/>
              <a:cxnLst/>
              <a:rect l="l" t="t" r="r" b="b"/>
              <a:pathLst>
                <a:path w="253486" h="1675938" extrusionOk="0">
                  <a:moveTo>
                    <a:pt x="0" y="0"/>
                  </a:moveTo>
                  <a:lnTo>
                    <a:pt x="253486" y="0"/>
                  </a:lnTo>
                  <a:lnTo>
                    <a:pt x="253486" y="1675938"/>
                  </a:lnTo>
                  <a:lnTo>
                    <a:pt x="0" y="1675938"/>
                  </a:lnTo>
                  <a:lnTo>
                    <a:pt x="0" y="0"/>
                  </a:lnTo>
                  <a:close/>
                </a:path>
              </a:pathLst>
            </a:custGeom>
            <a:noFill/>
            <a:ln>
              <a:noFill/>
            </a:ln>
          </p:spPr>
        </p:sp>
        <p:sp>
          <p:nvSpPr>
            <p:cNvPr id="95" name="Google Shape;95;p1"/>
            <p:cNvSpPr/>
            <p:nvPr/>
          </p:nvSpPr>
          <p:spPr>
            <a:xfrm rot="2385737">
              <a:off x="506653" y="1337678"/>
              <a:ext cx="253486" cy="1675938"/>
            </a:xfrm>
            <a:custGeom>
              <a:avLst/>
              <a:gdLst/>
              <a:ahLst/>
              <a:cxnLst/>
              <a:rect l="l" t="t" r="r" b="b"/>
              <a:pathLst>
                <a:path w="253486" h="1675938" extrusionOk="0">
                  <a:moveTo>
                    <a:pt x="0" y="0"/>
                  </a:moveTo>
                  <a:lnTo>
                    <a:pt x="253486" y="0"/>
                  </a:lnTo>
                  <a:lnTo>
                    <a:pt x="253486" y="1675938"/>
                  </a:lnTo>
                  <a:lnTo>
                    <a:pt x="0" y="1675938"/>
                  </a:lnTo>
                  <a:lnTo>
                    <a:pt x="0" y="0"/>
                  </a:lnTo>
                  <a:close/>
                </a:path>
              </a:pathLst>
            </a:custGeom>
            <a:noFill/>
            <a:ln>
              <a:noFill/>
            </a:ln>
          </p:spPr>
        </p:sp>
      </p:grpSp>
      <p:sp>
        <p:nvSpPr>
          <p:cNvPr id="96" name="Google Shape;96;p1"/>
          <p:cNvSpPr/>
          <p:nvPr/>
        </p:nvSpPr>
        <p:spPr>
          <a:xfrm>
            <a:off x="457278" y="494553"/>
            <a:ext cx="1924821" cy="1924821"/>
          </a:xfrm>
          <a:custGeom>
            <a:avLst/>
            <a:gdLst/>
            <a:ahLst/>
            <a:cxnLst/>
            <a:rect l="l" t="t" r="r" b="b"/>
            <a:pathLst>
              <a:path w="2887231" h="2887231" extrusionOk="0">
                <a:moveTo>
                  <a:pt x="0" y="0"/>
                </a:moveTo>
                <a:lnTo>
                  <a:pt x="2887231" y="0"/>
                </a:lnTo>
                <a:lnTo>
                  <a:pt x="2887231" y="2887231"/>
                </a:lnTo>
                <a:lnTo>
                  <a:pt x="0" y="2887231"/>
                </a:lnTo>
                <a:lnTo>
                  <a:pt x="0" y="0"/>
                </a:lnTo>
                <a:close/>
              </a:path>
            </a:pathLst>
          </a:custGeom>
          <a:noFill/>
          <a:ln>
            <a:noFill/>
          </a:ln>
        </p:spPr>
      </p:sp>
      <p:sp>
        <p:nvSpPr>
          <p:cNvPr id="97" name="Google Shape;97;p1"/>
          <p:cNvSpPr/>
          <p:nvPr/>
        </p:nvSpPr>
        <p:spPr>
          <a:xfrm rot="-3813385">
            <a:off x="-538896" y="4612214"/>
            <a:ext cx="1597590" cy="1607638"/>
          </a:xfrm>
          <a:custGeom>
            <a:avLst/>
            <a:gdLst/>
            <a:ahLst/>
            <a:cxnLst/>
            <a:rect l="l" t="t" r="r" b="b"/>
            <a:pathLst>
              <a:path w="2396385" h="2411457" extrusionOk="0">
                <a:moveTo>
                  <a:pt x="0" y="0"/>
                </a:moveTo>
                <a:lnTo>
                  <a:pt x="2396385" y="0"/>
                </a:lnTo>
                <a:lnTo>
                  <a:pt x="2396385" y="2411457"/>
                </a:lnTo>
                <a:lnTo>
                  <a:pt x="0" y="2411457"/>
                </a:lnTo>
                <a:lnTo>
                  <a:pt x="0" y="0"/>
                </a:lnTo>
                <a:close/>
              </a:path>
            </a:pathLst>
          </a:custGeom>
          <a:noFill/>
          <a:ln>
            <a:noFill/>
          </a:ln>
        </p:spPr>
      </p:sp>
      <p:grpSp>
        <p:nvGrpSpPr>
          <p:cNvPr id="98" name="Google Shape;98;p1"/>
          <p:cNvGrpSpPr/>
          <p:nvPr/>
        </p:nvGrpSpPr>
        <p:grpSpPr>
          <a:xfrm rot="818472">
            <a:off x="-247501" y="4075851"/>
            <a:ext cx="1404435" cy="1680862"/>
            <a:chOff x="0" y="0"/>
            <a:chExt cx="2808871" cy="3361725"/>
          </a:xfrm>
        </p:grpSpPr>
        <p:sp>
          <p:nvSpPr>
            <p:cNvPr id="99" name="Google Shape;99;p1"/>
            <p:cNvSpPr/>
            <p:nvPr/>
          </p:nvSpPr>
          <p:spPr>
            <a:xfrm rot="2385737">
              <a:off x="1927968" y="-130666"/>
              <a:ext cx="293757" cy="1942195"/>
            </a:xfrm>
            <a:custGeom>
              <a:avLst/>
              <a:gdLst/>
              <a:ahLst/>
              <a:cxnLst/>
              <a:rect l="l" t="t" r="r" b="b"/>
              <a:pathLst>
                <a:path w="293757" h="1942195" extrusionOk="0">
                  <a:moveTo>
                    <a:pt x="0" y="0"/>
                  </a:moveTo>
                  <a:lnTo>
                    <a:pt x="293757" y="0"/>
                  </a:lnTo>
                  <a:lnTo>
                    <a:pt x="293757" y="1942194"/>
                  </a:lnTo>
                  <a:lnTo>
                    <a:pt x="0" y="1942194"/>
                  </a:lnTo>
                  <a:lnTo>
                    <a:pt x="0" y="0"/>
                  </a:lnTo>
                  <a:close/>
                </a:path>
              </a:pathLst>
            </a:custGeom>
            <a:noFill/>
            <a:ln>
              <a:noFill/>
            </a:ln>
          </p:spPr>
        </p:sp>
        <p:sp>
          <p:nvSpPr>
            <p:cNvPr id="100" name="Google Shape;100;p1"/>
            <p:cNvSpPr/>
            <p:nvPr/>
          </p:nvSpPr>
          <p:spPr>
            <a:xfrm rot="2385737">
              <a:off x="587145" y="1550196"/>
              <a:ext cx="293757" cy="1942195"/>
            </a:xfrm>
            <a:custGeom>
              <a:avLst/>
              <a:gdLst/>
              <a:ahLst/>
              <a:cxnLst/>
              <a:rect l="l" t="t" r="r" b="b"/>
              <a:pathLst>
                <a:path w="293757" h="1942195" extrusionOk="0">
                  <a:moveTo>
                    <a:pt x="0" y="0"/>
                  </a:moveTo>
                  <a:lnTo>
                    <a:pt x="293757" y="0"/>
                  </a:lnTo>
                  <a:lnTo>
                    <a:pt x="293757" y="1942195"/>
                  </a:lnTo>
                  <a:lnTo>
                    <a:pt x="0" y="1942195"/>
                  </a:lnTo>
                  <a:lnTo>
                    <a:pt x="0" y="0"/>
                  </a:lnTo>
                  <a:close/>
                </a:path>
              </a:pathLst>
            </a:custGeom>
            <a:noFill/>
            <a:ln>
              <a:noFill/>
            </a:ln>
          </p:spPr>
        </p:sp>
      </p:grpSp>
      <p:sp>
        <p:nvSpPr>
          <p:cNvPr id="101" name="Google Shape;101;p1"/>
          <p:cNvSpPr/>
          <p:nvPr/>
        </p:nvSpPr>
        <p:spPr>
          <a:xfrm rot="-3813385">
            <a:off x="11449566" y="6095758"/>
            <a:ext cx="902765" cy="908442"/>
          </a:xfrm>
          <a:custGeom>
            <a:avLst/>
            <a:gdLst/>
            <a:ahLst/>
            <a:cxnLst/>
            <a:rect l="l" t="t" r="r" b="b"/>
            <a:pathLst>
              <a:path w="1354147" h="1362663" extrusionOk="0">
                <a:moveTo>
                  <a:pt x="0" y="0"/>
                </a:moveTo>
                <a:lnTo>
                  <a:pt x="1354147" y="0"/>
                </a:lnTo>
                <a:lnTo>
                  <a:pt x="1354147" y="1362663"/>
                </a:lnTo>
                <a:lnTo>
                  <a:pt x="0" y="1362663"/>
                </a:lnTo>
                <a:lnTo>
                  <a:pt x="0" y="0"/>
                </a:lnTo>
                <a:close/>
              </a:path>
            </a:pathLst>
          </a:custGeom>
          <a:noFill/>
          <a:ln>
            <a:noFill/>
          </a:ln>
        </p:spPr>
      </p:sp>
      <p:sp>
        <p:nvSpPr>
          <p:cNvPr id="102" name="Google Shape;102;p1"/>
          <p:cNvSpPr/>
          <p:nvPr/>
        </p:nvSpPr>
        <p:spPr>
          <a:xfrm rot="5400000">
            <a:off x="11253291" y="-39403"/>
            <a:ext cx="1080133" cy="1080133"/>
          </a:xfrm>
          <a:custGeom>
            <a:avLst/>
            <a:gdLst/>
            <a:ahLst/>
            <a:cxnLst/>
            <a:rect l="l" t="t" r="r" b="b"/>
            <a:pathLst>
              <a:path w="1620199" h="1620199" extrusionOk="0">
                <a:moveTo>
                  <a:pt x="0" y="0"/>
                </a:moveTo>
                <a:lnTo>
                  <a:pt x="1620199" y="0"/>
                </a:lnTo>
                <a:lnTo>
                  <a:pt x="1620199" y="1620199"/>
                </a:lnTo>
                <a:lnTo>
                  <a:pt x="0" y="1620199"/>
                </a:lnTo>
                <a:lnTo>
                  <a:pt x="0" y="0"/>
                </a:lnTo>
                <a:close/>
              </a:path>
            </a:pathLst>
          </a:custGeom>
          <a:noFill/>
          <a:ln>
            <a:noFill/>
          </a:ln>
        </p:spPr>
      </p:sp>
      <p:sp>
        <p:nvSpPr>
          <p:cNvPr id="103" name="Google Shape;103;p1"/>
          <p:cNvSpPr/>
          <p:nvPr/>
        </p:nvSpPr>
        <p:spPr>
          <a:xfrm rot="-1337290">
            <a:off x="2962277" y="293429"/>
            <a:ext cx="759893" cy="784743"/>
          </a:xfrm>
          <a:custGeom>
            <a:avLst/>
            <a:gdLst/>
            <a:ahLst/>
            <a:cxnLst/>
            <a:rect l="l" t="t" r="r" b="b"/>
            <a:pathLst>
              <a:path w="1139839" h="1177114" extrusionOk="0">
                <a:moveTo>
                  <a:pt x="0" y="0"/>
                </a:moveTo>
                <a:lnTo>
                  <a:pt x="1139839" y="0"/>
                </a:lnTo>
                <a:lnTo>
                  <a:pt x="1139839" y="1177114"/>
                </a:lnTo>
                <a:lnTo>
                  <a:pt x="0" y="1177114"/>
                </a:lnTo>
                <a:lnTo>
                  <a:pt x="0" y="0"/>
                </a:lnTo>
                <a:close/>
              </a:path>
            </a:pathLst>
          </a:custGeom>
          <a:noFill/>
          <a:ln>
            <a:noFill/>
          </a:ln>
        </p:spPr>
      </p:sp>
      <p:sp>
        <p:nvSpPr>
          <p:cNvPr id="104" name="Google Shape;104;p1"/>
          <p:cNvSpPr/>
          <p:nvPr/>
        </p:nvSpPr>
        <p:spPr>
          <a:xfrm rot="9846490">
            <a:off x="1022779" y="5939446"/>
            <a:ext cx="625108" cy="645551"/>
          </a:xfrm>
          <a:custGeom>
            <a:avLst/>
            <a:gdLst/>
            <a:ahLst/>
            <a:cxnLst/>
            <a:rect l="l" t="t" r="r" b="b"/>
            <a:pathLst>
              <a:path w="937662" h="968326" extrusionOk="0">
                <a:moveTo>
                  <a:pt x="0" y="0"/>
                </a:moveTo>
                <a:lnTo>
                  <a:pt x="937662" y="0"/>
                </a:lnTo>
                <a:lnTo>
                  <a:pt x="937662" y="968326"/>
                </a:lnTo>
                <a:lnTo>
                  <a:pt x="0" y="968326"/>
                </a:lnTo>
                <a:lnTo>
                  <a:pt x="0" y="0"/>
                </a:lnTo>
                <a:close/>
              </a:path>
            </a:pathLst>
          </a:custGeom>
          <a:noFill/>
          <a:ln>
            <a:noFill/>
          </a:ln>
        </p:spPr>
      </p:sp>
      <p:sp>
        <p:nvSpPr>
          <p:cNvPr id="105" name="Google Shape;105;p1"/>
          <p:cNvSpPr/>
          <p:nvPr/>
        </p:nvSpPr>
        <p:spPr>
          <a:xfrm rot="-3813385">
            <a:off x="8534725" y="-96499"/>
            <a:ext cx="1174715" cy="1182103"/>
          </a:xfrm>
          <a:custGeom>
            <a:avLst/>
            <a:gdLst/>
            <a:ahLst/>
            <a:cxnLst/>
            <a:rect l="l" t="t" r="r" b="b"/>
            <a:pathLst>
              <a:path w="1762072" h="1773154" extrusionOk="0">
                <a:moveTo>
                  <a:pt x="0" y="0"/>
                </a:moveTo>
                <a:lnTo>
                  <a:pt x="1762072" y="0"/>
                </a:lnTo>
                <a:lnTo>
                  <a:pt x="1762072" y="1773154"/>
                </a:lnTo>
                <a:lnTo>
                  <a:pt x="0" y="1773154"/>
                </a:lnTo>
                <a:lnTo>
                  <a:pt x="0" y="0"/>
                </a:lnTo>
                <a:close/>
              </a:path>
            </a:pathLst>
          </a:custGeom>
          <a:noFill/>
          <a:ln>
            <a:noFill/>
          </a:ln>
        </p:spPr>
      </p:sp>
      <p:grpSp>
        <p:nvGrpSpPr>
          <p:cNvPr id="106" name="Google Shape;106;p1"/>
          <p:cNvGrpSpPr/>
          <p:nvPr/>
        </p:nvGrpSpPr>
        <p:grpSpPr>
          <a:xfrm rot="818472">
            <a:off x="4730157" y="-624401"/>
            <a:ext cx="1211900" cy="1450431"/>
            <a:chOff x="0" y="0"/>
            <a:chExt cx="2423800" cy="2900863"/>
          </a:xfrm>
        </p:grpSpPr>
        <p:sp>
          <p:nvSpPr>
            <p:cNvPr id="107" name="Google Shape;107;p1"/>
            <p:cNvSpPr/>
            <p:nvPr/>
          </p:nvSpPr>
          <p:spPr>
            <a:xfrm rot="2385737">
              <a:off x="1663661" y="-112753"/>
              <a:ext cx="253486" cy="1675938"/>
            </a:xfrm>
            <a:custGeom>
              <a:avLst/>
              <a:gdLst/>
              <a:ahLst/>
              <a:cxnLst/>
              <a:rect l="l" t="t" r="r" b="b"/>
              <a:pathLst>
                <a:path w="253486" h="1675938" extrusionOk="0">
                  <a:moveTo>
                    <a:pt x="0" y="0"/>
                  </a:moveTo>
                  <a:lnTo>
                    <a:pt x="253486" y="0"/>
                  </a:lnTo>
                  <a:lnTo>
                    <a:pt x="253486" y="1675938"/>
                  </a:lnTo>
                  <a:lnTo>
                    <a:pt x="0" y="1675938"/>
                  </a:lnTo>
                  <a:lnTo>
                    <a:pt x="0" y="0"/>
                  </a:lnTo>
                  <a:close/>
                </a:path>
              </a:pathLst>
            </a:custGeom>
            <a:noFill/>
            <a:ln>
              <a:noFill/>
            </a:ln>
          </p:spPr>
        </p:sp>
        <p:sp>
          <p:nvSpPr>
            <p:cNvPr id="108" name="Google Shape;108;p1"/>
            <p:cNvSpPr/>
            <p:nvPr/>
          </p:nvSpPr>
          <p:spPr>
            <a:xfrm rot="2385737">
              <a:off x="506653" y="1337678"/>
              <a:ext cx="253486" cy="1675938"/>
            </a:xfrm>
            <a:custGeom>
              <a:avLst/>
              <a:gdLst/>
              <a:ahLst/>
              <a:cxnLst/>
              <a:rect l="l" t="t" r="r" b="b"/>
              <a:pathLst>
                <a:path w="253486" h="1675938" extrusionOk="0">
                  <a:moveTo>
                    <a:pt x="0" y="0"/>
                  </a:moveTo>
                  <a:lnTo>
                    <a:pt x="253486" y="0"/>
                  </a:lnTo>
                  <a:lnTo>
                    <a:pt x="253486" y="1675938"/>
                  </a:lnTo>
                  <a:lnTo>
                    <a:pt x="0" y="1675938"/>
                  </a:lnTo>
                  <a:lnTo>
                    <a:pt x="0" y="0"/>
                  </a:lnTo>
                  <a:close/>
                </a:path>
              </a:pathLst>
            </a:custGeom>
            <a:noFill/>
            <a:ln>
              <a:noFill/>
            </a:ln>
          </p:spPr>
        </p:sp>
      </p:grpSp>
      <p:grpSp>
        <p:nvGrpSpPr>
          <p:cNvPr id="109" name="Google Shape;109;p1"/>
          <p:cNvGrpSpPr/>
          <p:nvPr/>
        </p:nvGrpSpPr>
        <p:grpSpPr>
          <a:xfrm>
            <a:off x="1878527" y="973287"/>
            <a:ext cx="8343051" cy="4670199"/>
            <a:chOff x="0" y="-219075"/>
            <a:chExt cx="3296020" cy="1845017"/>
          </a:xfrm>
        </p:grpSpPr>
        <p:sp>
          <p:nvSpPr>
            <p:cNvPr id="110" name="Google Shape;110;p1"/>
            <p:cNvSpPr/>
            <p:nvPr/>
          </p:nvSpPr>
          <p:spPr>
            <a:xfrm>
              <a:off x="0" y="0"/>
              <a:ext cx="3296020" cy="1625942"/>
            </a:xfrm>
            <a:custGeom>
              <a:avLst/>
              <a:gdLst/>
              <a:ahLst/>
              <a:cxnLst/>
              <a:rect l="l" t="t" r="r" b="b"/>
              <a:pathLst>
                <a:path w="3296020" h="1625942" extrusionOk="0">
                  <a:moveTo>
                    <a:pt x="0" y="0"/>
                  </a:moveTo>
                  <a:lnTo>
                    <a:pt x="3296020" y="0"/>
                  </a:lnTo>
                  <a:lnTo>
                    <a:pt x="3296020" y="1625942"/>
                  </a:lnTo>
                  <a:lnTo>
                    <a:pt x="0" y="1625942"/>
                  </a:lnTo>
                  <a:close/>
                </a:path>
              </a:pathLst>
            </a:custGeom>
            <a:solidFill>
              <a:srgbClr val="0C4875"/>
            </a:solidFill>
            <a:ln>
              <a:noFill/>
            </a:ln>
          </p:spPr>
        </p:sp>
        <p:sp>
          <p:nvSpPr>
            <p:cNvPr id="111" name="Google Shape;111;p1"/>
            <p:cNvSpPr txBox="1"/>
            <p:nvPr/>
          </p:nvSpPr>
          <p:spPr>
            <a:xfrm>
              <a:off x="0" y="-219075"/>
              <a:ext cx="3296020" cy="1845017"/>
            </a:xfrm>
            <a:prstGeom prst="rect">
              <a:avLst/>
            </a:prstGeom>
            <a:noFill/>
            <a:ln>
              <a:noFill/>
            </a:ln>
          </p:spPr>
          <p:txBody>
            <a:bodyPr spcFirstLastPara="1" wrap="square" lIns="33867" tIns="33867" rIns="33867" bIns="33867" anchor="ctr" anchorCtr="0">
              <a:noAutofit/>
            </a:bodyPr>
            <a:lstStyle/>
            <a:p>
              <a:pPr algn="ctr" defTabSz="609630">
                <a:lnSpc>
                  <a:spcPct val="147722"/>
                </a:lnSpc>
                <a:buClr>
                  <a:srgbClr val="000000"/>
                </a:buClr>
              </a:pPr>
              <a:endParaRPr kumimoji="0" sz="1200" kern="0">
                <a:solidFill>
                  <a:srgbClr val="000000"/>
                </a:solidFill>
                <a:latin typeface="Calibri"/>
                <a:ea typeface="Calibri"/>
                <a:cs typeface="Calibri"/>
                <a:sym typeface="Calibri"/>
              </a:endParaRPr>
            </a:p>
          </p:txBody>
        </p:sp>
      </p:grpSp>
      <p:grpSp>
        <p:nvGrpSpPr>
          <p:cNvPr id="112" name="Google Shape;112;p1"/>
          <p:cNvGrpSpPr/>
          <p:nvPr/>
        </p:nvGrpSpPr>
        <p:grpSpPr>
          <a:xfrm>
            <a:off x="1724325" y="826557"/>
            <a:ext cx="8343051" cy="4650352"/>
            <a:chOff x="0" y="-219075"/>
            <a:chExt cx="3296020" cy="1837176"/>
          </a:xfrm>
        </p:grpSpPr>
        <p:sp>
          <p:nvSpPr>
            <p:cNvPr id="113" name="Google Shape;113;p1"/>
            <p:cNvSpPr/>
            <p:nvPr/>
          </p:nvSpPr>
          <p:spPr>
            <a:xfrm>
              <a:off x="0" y="0"/>
              <a:ext cx="3296020" cy="1618101"/>
            </a:xfrm>
            <a:custGeom>
              <a:avLst/>
              <a:gdLst/>
              <a:ahLst/>
              <a:cxnLst/>
              <a:rect l="l" t="t" r="r" b="b"/>
              <a:pathLst>
                <a:path w="3296020" h="1618101" extrusionOk="0">
                  <a:moveTo>
                    <a:pt x="0" y="0"/>
                  </a:moveTo>
                  <a:lnTo>
                    <a:pt x="3296020" y="0"/>
                  </a:lnTo>
                  <a:lnTo>
                    <a:pt x="3296020" y="1618101"/>
                  </a:lnTo>
                  <a:lnTo>
                    <a:pt x="0" y="1618101"/>
                  </a:lnTo>
                  <a:close/>
                </a:path>
              </a:pathLst>
            </a:custGeom>
            <a:solidFill>
              <a:srgbClr val="FFFFFF"/>
            </a:solidFill>
            <a:ln>
              <a:noFill/>
            </a:ln>
          </p:spPr>
        </p:sp>
        <p:sp>
          <p:nvSpPr>
            <p:cNvPr id="114" name="Google Shape;114;p1"/>
            <p:cNvSpPr txBox="1"/>
            <p:nvPr/>
          </p:nvSpPr>
          <p:spPr>
            <a:xfrm>
              <a:off x="0" y="-219075"/>
              <a:ext cx="3296020" cy="1837176"/>
            </a:xfrm>
            <a:prstGeom prst="rect">
              <a:avLst/>
            </a:prstGeom>
            <a:noFill/>
            <a:ln>
              <a:noFill/>
            </a:ln>
          </p:spPr>
          <p:txBody>
            <a:bodyPr spcFirstLastPara="1" wrap="square" lIns="33867" tIns="33867" rIns="33867" bIns="33867" anchor="ctr" anchorCtr="0">
              <a:noAutofit/>
            </a:bodyPr>
            <a:lstStyle/>
            <a:p>
              <a:pPr algn="ctr" defTabSz="609630">
                <a:lnSpc>
                  <a:spcPct val="147722"/>
                </a:lnSpc>
                <a:buClr>
                  <a:srgbClr val="000000"/>
                </a:buClr>
              </a:pPr>
              <a:endParaRPr kumimoji="0" sz="1200" kern="0">
                <a:solidFill>
                  <a:srgbClr val="000000"/>
                </a:solidFill>
                <a:latin typeface="Calibri"/>
                <a:ea typeface="Calibri"/>
                <a:cs typeface="Calibri"/>
                <a:sym typeface="Calibri"/>
              </a:endParaRPr>
            </a:p>
          </p:txBody>
        </p:sp>
      </p:grpSp>
      <p:sp>
        <p:nvSpPr>
          <p:cNvPr id="115" name="Google Shape;115;p1"/>
          <p:cNvSpPr/>
          <p:nvPr/>
        </p:nvSpPr>
        <p:spPr>
          <a:xfrm>
            <a:off x="7897098" y="3907297"/>
            <a:ext cx="3743377" cy="2354924"/>
          </a:xfrm>
          <a:custGeom>
            <a:avLst/>
            <a:gdLst/>
            <a:ahLst/>
            <a:cxnLst/>
            <a:rect l="l" t="t" r="r" b="b"/>
            <a:pathLst>
              <a:path w="5615065" h="3532386" extrusionOk="0">
                <a:moveTo>
                  <a:pt x="0" y="0"/>
                </a:moveTo>
                <a:lnTo>
                  <a:pt x="5615065" y="0"/>
                </a:lnTo>
                <a:lnTo>
                  <a:pt x="5615065" y="3532386"/>
                </a:lnTo>
                <a:lnTo>
                  <a:pt x="0" y="3532386"/>
                </a:lnTo>
                <a:lnTo>
                  <a:pt x="0" y="0"/>
                </a:lnTo>
                <a:close/>
              </a:path>
            </a:pathLst>
          </a:custGeom>
          <a:noFill/>
          <a:ln>
            <a:noFill/>
          </a:ln>
        </p:spPr>
      </p:sp>
      <p:sp>
        <p:nvSpPr>
          <p:cNvPr id="117" name="Google Shape;117;p1"/>
          <p:cNvSpPr txBox="1"/>
          <p:nvPr/>
        </p:nvSpPr>
        <p:spPr>
          <a:xfrm>
            <a:off x="2841850" y="3051331"/>
            <a:ext cx="6131969" cy="776495"/>
          </a:xfrm>
          <a:prstGeom prst="rect">
            <a:avLst/>
          </a:prstGeom>
          <a:noFill/>
          <a:ln>
            <a:noFill/>
          </a:ln>
        </p:spPr>
        <p:txBody>
          <a:bodyPr spcFirstLastPara="1" wrap="square" lIns="0" tIns="0" rIns="0" bIns="0" anchor="t" anchorCtr="0">
            <a:spAutoFit/>
          </a:bodyPr>
          <a:lstStyle/>
          <a:p>
            <a:pPr algn="ctr" defTabSz="609630">
              <a:lnSpc>
                <a:spcPct val="140018"/>
              </a:lnSpc>
              <a:buClr>
                <a:srgbClr val="000000"/>
              </a:buClr>
            </a:pPr>
            <a:r>
              <a:rPr kumimoji="0" lang="en-US" altLang="ja-JP" sz="3604" b="1" kern="0" dirty="0" err="1">
                <a:solidFill>
                  <a:srgbClr val="0C4875"/>
                </a:solidFill>
                <a:latin typeface="Arial"/>
                <a:ea typeface="Arial"/>
                <a:cs typeface="Arial"/>
                <a:sym typeface="Arial"/>
              </a:rPr>
              <a:t>SwimOS</a:t>
            </a:r>
            <a:r>
              <a:rPr kumimoji="0" lang="ja-JP" altLang="en-US" sz="3604" b="1" kern="0" dirty="0">
                <a:solidFill>
                  <a:srgbClr val="0C4875"/>
                </a:solidFill>
                <a:latin typeface="Arial"/>
                <a:ea typeface="Arial"/>
                <a:cs typeface="Arial"/>
                <a:sym typeface="Arial"/>
              </a:rPr>
              <a:t>開発戦略</a:t>
            </a:r>
            <a:endParaRPr kumimoji="0" sz="3604" b="1" kern="0" dirty="0">
              <a:solidFill>
                <a:srgbClr val="0C4875"/>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6">
          <a:extLst>
            <a:ext uri="{FF2B5EF4-FFF2-40B4-BE49-F238E27FC236}">
              <a16:creationId xmlns:a16="http://schemas.microsoft.com/office/drawing/2014/main" id="{6E81C6B9-DE64-B2C8-D2BE-2BE4DE2599FF}"/>
            </a:ext>
          </a:extLst>
        </p:cNvPr>
        <p:cNvGrpSpPr/>
        <p:nvPr/>
      </p:nvGrpSpPr>
      <p:grpSpPr>
        <a:xfrm>
          <a:off x="0" y="0"/>
          <a:ext cx="0" cy="0"/>
          <a:chOff x="0" y="0"/>
          <a:chExt cx="0" cy="0"/>
        </a:xfrm>
      </p:grpSpPr>
      <p:sp>
        <p:nvSpPr>
          <p:cNvPr id="270" name="Google Shape;270;p6">
            <a:extLst>
              <a:ext uri="{FF2B5EF4-FFF2-40B4-BE49-F238E27FC236}">
                <a16:creationId xmlns:a16="http://schemas.microsoft.com/office/drawing/2014/main" id="{9C88DFA7-BAEF-DDC7-0D90-756CF5644178}"/>
              </a:ext>
            </a:extLst>
          </p:cNvPr>
          <p:cNvSpPr/>
          <p:nvPr/>
        </p:nvSpPr>
        <p:spPr>
          <a:xfrm>
            <a:off x="0" y="23084"/>
            <a:ext cx="12192000" cy="433899"/>
          </a:xfrm>
          <a:custGeom>
            <a:avLst/>
            <a:gdLst/>
            <a:ahLst/>
            <a:cxnLst/>
            <a:rect l="l" t="t" r="r" b="b"/>
            <a:pathLst>
              <a:path w="18288000" h="650849" extrusionOk="0">
                <a:moveTo>
                  <a:pt x="0" y="0"/>
                </a:moveTo>
                <a:lnTo>
                  <a:pt x="18288000" y="0"/>
                </a:lnTo>
                <a:lnTo>
                  <a:pt x="18288000" y="650849"/>
                </a:lnTo>
                <a:lnTo>
                  <a:pt x="0" y="650849"/>
                </a:lnTo>
                <a:lnTo>
                  <a:pt x="0" y="0"/>
                </a:lnTo>
                <a:close/>
              </a:path>
            </a:pathLst>
          </a:custGeom>
          <a:blipFill rotWithShape="1">
            <a:blip r:embed="rId3">
              <a:alphaModFix/>
            </a:blip>
            <a:stretch>
              <a:fillRect t="-1177556" b="-594403"/>
            </a:stretch>
          </a:blipFill>
          <a:ln>
            <a:noFill/>
          </a:ln>
        </p:spPr>
      </p:sp>
      <p:cxnSp>
        <p:nvCxnSpPr>
          <p:cNvPr id="271" name="Google Shape;271;p6">
            <a:extLst>
              <a:ext uri="{FF2B5EF4-FFF2-40B4-BE49-F238E27FC236}">
                <a16:creationId xmlns:a16="http://schemas.microsoft.com/office/drawing/2014/main" id="{8BFFBC42-4108-0396-E5B2-933E3B30BB91}"/>
              </a:ext>
            </a:extLst>
          </p:cNvPr>
          <p:cNvCxnSpPr/>
          <p:nvPr/>
        </p:nvCxnSpPr>
        <p:spPr>
          <a:xfrm>
            <a:off x="0" y="1378343"/>
            <a:ext cx="10787553" cy="0"/>
          </a:xfrm>
          <a:prstGeom prst="straightConnector1">
            <a:avLst/>
          </a:prstGeom>
          <a:noFill/>
          <a:ln w="38100" cap="flat" cmpd="sng">
            <a:solidFill>
              <a:srgbClr val="A3CFF0"/>
            </a:solidFill>
            <a:prstDash val="solid"/>
            <a:round/>
            <a:headEnd type="none" w="sm" len="sm"/>
            <a:tailEnd type="none" w="sm" len="sm"/>
          </a:ln>
        </p:spPr>
      </p:cxnSp>
      <p:grpSp>
        <p:nvGrpSpPr>
          <p:cNvPr id="272" name="Google Shape;272;p6">
            <a:extLst>
              <a:ext uri="{FF2B5EF4-FFF2-40B4-BE49-F238E27FC236}">
                <a16:creationId xmlns:a16="http://schemas.microsoft.com/office/drawing/2014/main" id="{0E7FE466-EDAD-2863-EE01-1B9D8B55CD1F}"/>
              </a:ext>
            </a:extLst>
          </p:cNvPr>
          <p:cNvGrpSpPr/>
          <p:nvPr/>
        </p:nvGrpSpPr>
        <p:grpSpPr>
          <a:xfrm rot="5400000">
            <a:off x="3187" y="828283"/>
            <a:ext cx="456983" cy="463356"/>
            <a:chOff x="0" y="0"/>
            <a:chExt cx="801621" cy="812800"/>
          </a:xfrm>
        </p:grpSpPr>
        <p:sp>
          <p:nvSpPr>
            <p:cNvPr id="273" name="Google Shape;273;p6">
              <a:extLst>
                <a:ext uri="{FF2B5EF4-FFF2-40B4-BE49-F238E27FC236}">
                  <a16:creationId xmlns:a16="http://schemas.microsoft.com/office/drawing/2014/main" id="{4BE79BB2-A9EE-8226-35C0-EFF4ED512063}"/>
                </a:ext>
              </a:extLst>
            </p:cNvPr>
            <p:cNvSpPr/>
            <p:nvPr/>
          </p:nvSpPr>
          <p:spPr>
            <a:xfrm>
              <a:off x="0" y="0"/>
              <a:ext cx="801621" cy="812800"/>
            </a:xfrm>
            <a:custGeom>
              <a:avLst/>
              <a:gdLst/>
              <a:ahLst/>
              <a:cxnLst/>
              <a:rect l="l" t="t" r="r" b="b"/>
              <a:pathLst>
                <a:path w="801621" h="812800" extrusionOk="0">
                  <a:moveTo>
                    <a:pt x="267351" y="19070"/>
                  </a:moveTo>
                  <a:cubicBezTo>
                    <a:pt x="308316" y="7556"/>
                    <a:pt x="355170" y="0"/>
                    <a:pt x="401026" y="0"/>
                  </a:cubicBezTo>
                  <a:cubicBezTo>
                    <a:pt x="446884" y="0"/>
                    <a:pt x="491010" y="6476"/>
                    <a:pt x="531673" y="17990"/>
                  </a:cubicBezTo>
                  <a:cubicBezTo>
                    <a:pt x="532540" y="18350"/>
                    <a:pt x="533405" y="18350"/>
                    <a:pt x="534269" y="18710"/>
                  </a:cubicBezTo>
                  <a:cubicBezTo>
                    <a:pt x="686980" y="64765"/>
                    <a:pt x="799458" y="186379"/>
                    <a:pt x="801621" y="328502"/>
                  </a:cubicBezTo>
                  <a:lnTo>
                    <a:pt x="801621" y="812800"/>
                  </a:lnTo>
                  <a:lnTo>
                    <a:pt x="0" y="812800"/>
                  </a:lnTo>
                  <a:lnTo>
                    <a:pt x="0" y="328861"/>
                  </a:lnTo>
                  <a:cubicBezTo>
                    <a:pt x="2163" y="185660"/>
                    <a:pt x="112910" y="64045"/>
                    <a:pt x="267351" y="19070"/>
                  </a:cubicBezTo>
                  <a:close/>
                </a:path>
              </a:pathLst>
            </a:custGeom>
            <a:solidFill>
              <a:srgbClr val="A3CFF0"/>
            </a:solidFill>
            <a:ln>
              <a:noFill/>
            </a:ln>
          </p:spPr>
          <p:txBody>
            <a:bodyPr spcFirstLastPara="1" wrap="square" lIns="60950" tIns="60950" rIns="60950" bIns="60950" anchor="ctr" anchorCtr="0">
              <a:noAutofit/>
            </a:bodyPr>
            <a:lstStyle/>
            <a:p>
              <a:pPr defTabSz="609630">
                <a:buClr>
                  <a:srgbClr val="000000"/>
                </a:buClr>
              </a:pPr>
              <a:endParaRPr kumimoji="0" sz="933" kern="0">
                <a:solidFill>
                  <a:srgbClr val="000000"/>
                </a:solidFill>
                <a:latin typeface="Arial"/>
                <a:cs typeface="Arial"/>
                <a:sym typeface="Arial"/>
              </a:endParaRPr>
            </a:p>
          </p:txBody>
        </p:sp>
        <p:sp>
          <p:nvSpPr>
            <p:cNvPr id="274" name="Google Shape;274;p6">
              <a:extLst>
                <a:ext uri="{FF2B5EF4-FFF2-40B4-BE49-F238E27FC236}">
                  <a16:creationId xmlns:a16="http://schemas.microsoft.com/office/drawing/2014/main" id="{C1396A35-4FBB-CE64-E600-94658CD876D4}"/>
                </a:ext>
              </a:extLst>
            </p:cNvPr>
            <p:cNvSpPr txBox="1"/>
            <p:nvPr/>
          </p:nvSpPr>
          <p:spPr>
            <a:xfrm>
              <a:off x="0" y="3175"/>
              <a:ext cx="801621" cy="809625"/>
            </a:xfrm>
            <a:prstGeom prst="rect">
              <a:avLst/>
            </a:prstGeom>
            <a:noFill/>
            <a:ln>
              <a:noFill/>
            </a:ln>
          </p:spPr>
          <p:txBody>
            <a:bodyPr spcFirstLastPara="1" wrap="square" lIns="33867" tIns="33867" rIns="33867" bIns="33867" anchor="ctr" anchorCtr="0">
              <a:noAutofit/>
            </a:bodyPr>
            <a:lstStyle/>
            <a:p>
              <a:pPr algn="ctr" defTabSz="609630">
                <a:lnSpc>
                  <a:spcPct val="218666"/>
                </a:lnSpc>
                <a:buClr>
                  <a:srgbClr val="000000"/>
                </a:buClr>
              </a:pPr>
              <a:endParaRPr kumimoji="0" sz="1200" kern="0">
                <a:solidFill>
                  <a:srgbClr val="000000"/>
                </a:solidFill>
                <a:latin typeface="Calibri"/>
                <a:ea typeface="Calibri"/>
                <a:cs typeface="Calibri"/>
                <a:sym typeface="Calibri"/>
              </a:endParaRPr>
            </a:p>
          </p:txBody>
        </p:sp>
      </p:grpSp>
      <p:sp>
        <p:nvSpPr>
          <p:cNvPr id="275" name="Google Shape;275;p6">
            <a:extLst>
              <a:ext uri="{FF2B5EF4-FFF2-40B4-BE49-F238E27FC236}">
                <a16:creationId xmlns:a16="http://schemas.microsoft.com/office/drawing/2014/main" id="{97C15431-55CC-660A-0D69-83927B57EB29}"/>
              </a:ext>
            </a:extLst>
          </p:cNvPr>
          <p:cNvSpPr/>
          <p:nvPr/>
        </p:nvSpPr>
        <p:spPr>
          <a:xfrm>
            <a:off x="0" y="6424101"/>
            <a:ext cx="12192000" cy="433899"/>
          </a:xfrm>
          <a:custGeom>
            <a:avLst/>
            <a:gdLst/>
            <a:ahLst/>
            <a:cxnLst/>
            <a:rect l="l" t="t" r="r" b="b"/>
            <a:pathLst>
              <a:path w="18288000" h="650849" extrusionOk="0">
                <a:moveTo>
                  <a:pt x="0" y="0"/>
                </a:moveTo>
                <a:lnTo>
                  <a:pt x="18288000" y="0"/>
                </a:lnTo>
                <a:lnTo>
                  <a:pt x="18288000" y="650849"/>
                </a:lnTo>
                <a:lnTo>
                  <a:pt x="0" y="650849"/>
                </a:lnTo>
                <a:lnTo>
                  <a:pt x="0" y="0"/>
                </a:lnTo>
                <a:close/>
              </a:path>
            </a:pathLst>
          </a:custGeom>
          <a:blipFill rotWithShape="1">
            <a:blip r:embed="rId3">
              <a:alphaModFix/>
            </a:blip>
            <a:stretch>
              <a:fillRect t="-1177556" b="-594403"/>
            </a:stretch>
          </a:blipFill>
          <a:ln>
            <a:noFill/>
          </a:ln>
        </p:spPr>
      </p:sp>
      <p:sp>
        <p:nvSpPr>
          <p:cNvPr id="276" name="Google Shape;276;p6">
            <a:extLst>
              <a:ext uri="{FF2B5EF4-FFF2-40B4-BE49-F238E27FC236}">
                <a16:creationId xmlns:a16="http://schemas.microsoft.com/office/drawing/2014/main" id="{2E2A254B-18F1-2FDF-5453-4B79DCAD6E78}"/>
              </a:ext>
            </a:extLst>
          </p:cNvPr>
          <p:cNvSpPr txBox="1"/>
          <p:nvPr/>
        </p:nvSpPr>
        <p:spPr>
          <a:xfrm>
            <a:off x="736446" y="592214"/>
            <a:ext cx="7534097" cy="823431"/>
          </a:xfrm>
          <a:prstGeom prst="rect">
            <a:avLst/>
          </a:prstGeom>
          <a:noFill/>
          <a:ln>
            <a:noFill/>
          </a:ln>
        </p:spPr>
        <p:txBody>
          <a:bodyPr spcFirstLastPara="1" wrap="square" lIns="0" tIns="0" rIns="0" bIns="0" anchor="t" anchorCtr="0">
            <a:spAutoFit/>
          </a:bodyPr>
          <a:lstStyle/>
          <a:p>
            <a:pPr defTabSz="609630">
              <a:lnSpc>
                <a:spcPct val="160007"/>
              </a:lnSpc>
              <a:buClr>
                <a:srgbClr val="000000"/>
              </a:buClr>
            </a:pPr>
            <a:r>
              <a:rPr kumimoji="0" lang="ja-JP" altLang="en-US" sz="3344" b="1" kern="0" dirty="0">
                <a:solidFill>
                  <a:srgbClr val="000000"/>
                </a:solidFill>
                <a:latin typeface="Arial"/>
                <a:ea typeface="Arial"/>
                <a:cs typeface="Arial"/>
                <a:sym typeface="Arial"/>
              </a:rPr>
              <a:t>全体ターゲットイメージ</a:t>
            </a:r>
            <a:endParaRPr kumimoji="0" sz="3344" b="1" kern="0" dirty="0">
              <a:solidFill>
                <a:srgbClr val="000000"/>
              </a:solidFill>
              <a:latin typeface="Arial"/>
              <a:ea typeface="Arial"/>
              <a:cs typeface="Arial"/>
              <a:sym typeface="Arial"/>
            </a:endParaRPr>
          </a:p>
        </p:txBody>
      </p:sp>
      <p:sp>
        <p:nvSpPr>
          <p:cNvPr id="6" name="Google Shape;287;p6">
            <a:extLst>
              <a:ext uri="{FF2B5EF4-FFF2-40B4-BE49-F238E27FC236}">
                <a16:creationId xmlns:a16="http://schemas.microsoft.com/office/drawing/2014/main" id="{6C5A8901-C821-52A1-A1CA-2712A275060A}"/>
              </a:ext>
            </a:extLst>
          </p:cNvPr>
          <p:cNvSpPr txBox="1"/>
          <p:nvPr/>
        </p:nvSpPr>
        <p:spPr>
          <a:xfrm>
            <a:off x="2014359" y="5440398"/>
            <a:ext cx="2540000" cy="290529"/>
          </a:xfrm>
          <a:prstGeom prst="rect">
            <a:avLst/>
          </a:prstGeom>
          <a:noFill/>
          <a:ln>
            <a:noFill/>
          </a:ln>
        </p:spPr>
        <p:txBody>
          <a:bodyPr spcFirstLastPara="1" wrap="square" lIns="0" tIns="0" rIns="0" bIns="0" anchor="t" anchorCtr="0">
            <a:spAutoFit/>
          </a:bodyPr>
          <a:lstStyle/>
          <a:p>
            <a:pPr algn="ctr" defTabSz="609630">
              <a:lnSpc>
                <a:spcPct val="118222"/>
              </a:lnSpc>
              <a:buClr>
                <a:srgbClr val="000000"/>
              </a:buClr>
            </a:pPr>
            <a:r>
              <a:rPr kumimoji="0" lang="ja-JP" altLang="en-US" sz="1600" b="1" kern="0" dirty="0">
                <a:solidFill>
                  <a:srgbClr val="0C4875"/>
                </a:solidFill>
                <a:latin typeface="Arial"/>
                <a:ea typeface="Arial"/>
                <a:cs typeface="Arial"/>
                <a:sym typeface="Arial"/>
              </a:rPr>
              <a:t>育成級</a:t>
            </a:r>
            <a:endParaRPr kumimoji="0" sz="1600" b="1" kern="0" dirty="0">
              <a:solidFill>
                <a:srgbClr val="0C4875"/>
              </a:solidFill>
              <a:latin typeface="Arial"/>
              <a:ea typeface="Arial"/>
              <a:cs typeface="Arial"/>
              <a:sym typeface="Arial"/>
            </a:endParaRPr>
          </a:p>
        </p:txBody>
      </p:sp>
      <p:pic>
        <p:nvPicPr>
          <p:cNvPr id="4" name="グラフィックス 3" descr="歩く 単色塗りつぶし">
            <a:extLst>
              <a:ext uri="{FF2B5EF4-FFF2-40B4-BE49-F238E27FC236}">
                <a16:creationId xmlns:a16="http://schemas.microsoft.com/office/drawing/2014/main" id="{4AF15B63-AF6E-D71D-615C-BCE165A48D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97633" y="4728159"/>
            <a:ext cx="609600" cy="609600"/>
          </a:xfrm>
          <a:prstGeom prst="rect">
            <a:avLst/>
          </a:prstGeom>
        </p:spPr>
      </p:pic>
      <p:pic>
        <p:nvPicPr>
          <p:cNvPr id="7" name="グラフィックス 6" descr="歩く 単色塗りつぶし">
            <a:extLst>
              <a:ext uri="{FF2B5EF4-FFF2-40B4-BE49-F238E27FC236}">
                <a16:creationId xmlns:a16="http://schemas.microsoft.com/office/drawing/2014/main" id="{427F3E55-01D4-07BE-BDDB-BEEE1975D2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11093" y="4590485"/>
            <a:ext cx="747274" cy="747274"/>
          </a:xfrm>
          <a:prstGeom prst="rect">
            <a:avLst/>
          </a:prstGeom>
        </p:spPr>
      </p:pic>
      <p:sp>
        <p:nvSpPr>
          <p:cNvPr id="9" name="Google Shape;287;p6">
            <a:extLst>
              <a:ext uri="{FF2B5EF4-FFF2-40B4-BE49-F238E27FC236}">
                <a16:creationId xmlns:a16="http://schemas.microsoft.com/office/drawing/2014/main" id="{1532905A-763F-B971-7002-0DEDE80E4A3D}"/>
              </a:ext>
            </a:extLst>
          </p:cNvPr>
          <p:cNvSpPr txBox="1"/>
          <p:nvPr/>
        </p:nvSpPr>
        <p:spPr>
          <a:xfrm>
            <a:off x="4635260" y="5440398"/>
            <a:ext cx="2540000" cy="290529"/>
          </a:xfrm>
          <a:prstGeom prst="rect">
            <a:avLst/>
          </a:prstGeom>
          <a:noFill/>
          <a:ln>
            <a:noFill/>
          </a:ln>
        </p:spPr>
        <p:txBody>
          <a:bodyPr spcFirstLastPara="1" wrap="square" lIns="0" tIns="0" rIns="0" bIns="0" anchor="t" anchorCtr="0">
            <a:spAutoFit/>
          </a:bodyPr>
          <a:lstStyle/>
          <a:p>
            <a:pPr algn="ctr" defTabSz="609630">
              <a:lnSpc>
                <a:spcPct val="118222"/>
              </a:lnSpc>
              <a:buClr>
                <a:srgbClr val="000000"/>
              </a:buClr>
            </a:pPr>
            <a:r>
              <a:rPr kumimoji="0" lang="ja-JP" altLang="en-US" sz="1600" b="1" kern="0" dirty="0">
                <a:solidFill>
                  <a:srgbClr val="0C4875"/>
                </a:solidFill>
                <a:latin typeface="Arial"/>
                <a:ea typeface="Arial"/>
                <a:cs typeface="Arial"/>
                <a:sym typeface="Arial"/>
              </a:rPr>
              <a:t>選手コース</a:t>
            </a:r>
            <a:endParaRPr kumimoji="0" sz="1600" b="1" kern="0" dirty="0">
              <a:solidFill>
                <a:srgbClr val="0C4875"/>
              </a:solidFill>
              <a:latin typeface="Arial"/>
              <a:ea typeface="Arial"/>
              <a:cs typeface="Arial"/>
              <a:sym typeface="Arial"/>
            </a:endParaRPr>
          </a:p>
        </p:txBody>
      </p:sp>
      <p:pic>
        <p:nvPicPr>
          <p:cNvPr id="10" name="グラフィックス 9" descr="歩く 単色塗りつぶし">
            <a:extLst>
              <a:ext uri="{FF2B5EF4-FFF2-40B4-BE49-F238E27FC236}">
                <a16:creationId xmlns:a16="http://schemas.microsoft.com/office/drawing/2014/main" id="{4A15B0EE-DE7F-8B91-8E90-3062D10268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41434" y="4515188"/>
            <a:ext cx="848875" cy="848875"/>
          </a:xfrm>
          <a:prstGeom prst="rect">
            <a:avLst/>
          </a:prstGeom>
        </p:spPr>
      </p:pic>
      <p:sp>
        <p:nvSpPr>
          <p:cNvPr id="11" name="Google Shape;287;p6">
            <a:extLst>
              <a:ext uri="{FF2B5EF4-FFF2-40B4-BE49-F238E27FC236}">
                <a16:creationId xmlns:a16="http://schemas.microsoft.com/office/drawing/2014/main" id="{E20C2A38-5904-4735-9FFE-11DCD84FF9CA}"/>
              </a:ext>
            </a:extLst>
          </p:cNvPr>
          <p:cNvSpPr txBox="1"/>
          <p:nvPr/>
        </p:nvSpPr>
        <p:spPr>
          <a:xfrm>
            <a:off x="7183373" y="5440398"/>
            <a:ext cx="2540000" cy="290529"/>
          </a:xfrm>
          <a:prstGeom prst="rect">
            <a:avLst/>
          </a:prstGeom>
          <a:noFill/>
          <a:ln>
            <a:noFill/>
          </a:ln>
        </p:spPr>
        <p:txBody>
          <a:bodyPr spcFirstLastPara="1" wrap="square" lIns="0" tIns="0" rIns="0" bIns="0" anchor="t" anchorCtr="0">
            <a:spAutoFit/>
          </a:bodyPr>
          <a:lstStyle/>
          <a:p>
            <a:pPr algn="ctr" defTabSz="609630">
              <a:lnSpc>
                <a:spcPct val="118222"/>
              </a:lnSpc>
              <a:buClr>
                <a:srgbClr val="000000"/>
              </a:buClr>
            </a:pPr>
            <a:r>
              <a:rPr kumimoji="0" lang="ja-JP" altLang="en-US" sz="1600" b="1" kern="0" dirty="0">
                <a:solidFill>
                  <a:srgbClr val="0C4875"/>
                </a:solidFill>
                <a:latin typeface="Arial"/>
                <a:ea typeface="Arial"/>
                <a:cs typeface="Arial"/>
                <a:sym typeface="Arial"/>
              </a:rPr>
              <a:t>マスターズ</a:t>
            </a:r>
            <a:endParaRPr kumimoji="0" sz="1600" b="1" kern="0" dirty="0">
              <a:solidFill>
                <a:srgbClr val="0C4875"/>
              </a:solidFill>
              <a:latin typeface="Arial"/>
              <a:ea typeface="Arial"/>
              <a:cs typeface="Arial"/>
              <a:sym typeface="Arial"/>
            </a:endParaRPr>
          </a:p>
        </p:txBody>
      </p:sp>
      <p:cxnSp>
        <p:nvCxnSpPr>
          <p:cNvPr id="23" name="直線矢印コネクタ 22">
            <a:extLst>
              <a:ext uri="{FF2B5EF4-FFF2-40B4-BE49-F238E27FC236}">
                <a16:creationId xmlns:a16="http://schemas.microsoft.com/office/drawing/2014/main" id="{A7691525-3CF8-B987-7F6D-C89BB75D1567}"/>
              </a:ext>
            </a:extLst>
          </p:cNvPr>
          <p:cNvCxnSpPr>
            <a:cxnSpLocks/>
          </p:cNvCxnSpPr>
          <p:nvPr/>
        </p:nvCxnSpPr>
        <p:spPr>
          <a:xfrm>
            <a:off x="1600200" y="5290753"/>
            <a:ext cx="8991600" cy="5917"/>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graphicFrame>
        <p:nvGraphicFramePr>
          <p:cNvPr id="18" name="表 17">
            <a:extLst>
              <a:ext uri="{FF2B5EF4-FFF2-40B4-BE49-F238E27FC236}">
                <a16:creationId xmlns:a16="http://schemas.microsoft.com/office/drawing/2014/main" id="{28F8CB48-DE61-74C4-16E5-D2BD82DF9054}"/>
              </a:ext>
            </a:extLst>
          </p:cNvPr>
          <p:cNvGraphicFramePr>
            <a:graphicFrameLocks noGrp="1"/>
          </p:cNvGraphicFramePr>
          <p:nvPr/>
        </p:nvGraphicFramePr>
        <p:xfrm>
          <a:off x="213816" y="1567248"/>
          <a:ext cx="11764370" cy="2764929"/>
        </p:xfrm>
        <a:graphic>
          <a:graphicData uri="http://schemas.openxmlformats.org/drawingml/2006/table">
            <a:tbl>
              <a:tblPr firstRow="1" bandRow="1">
                <a:tableStyleId>{5C22544A-7EE6-4342-B048-85BDC9FD1C3A}</a:tableStyleId>
              </a:tblPr>
              <a:tblGrid>
                <a:gridCol w="1715068">
                  <a:extLst>
                    <a:ext uri="{9D8B030D-6E8A-4147-A177-3AD203B41FA5}">
                      <a16:colId xmlns:a16="http://schemas.microsoft.com/office/drawing/2014/main" val="1921561537"/>
                    </a:ext>
                  </a:extLst>
                </a:gridCol>
                <a:gridCol w="1486627">
                  <a:extLst>
                    <a:ext uri="{9D8B030D-6E8A-4147-A177-3AD203B41FA5}">
                      <a16:colId xmlns:a16="http://schemas.microsoft.com/office/drawing/2014/main" val="2865944021"/>
                    </a:ext>
                  </a:extLst>
                </a:gridCol>
                <a:gridCol w="1922371">
                  <a:extLst>
                    <a:ext uri="{9D8B030D-6E8A-4147-A177-3AD203B41FA5}">
                      <a16:colId xmlns:a16="http://schemas.microsoft.com/office/drawing/2014/main" val="1335576962"/>
                    </a:ext>
                  </a:extLst>
                </a:gridCol>
                <a:gridCol w="1590694">
                  <a:extLst>
                    <a:ext uri="{9D8B030D-6E8A-4147-A177-3AD203B41FA5}">
                      <a16:colId xmlns:a16="http://schemas.microsoft.com/office/drawing/2014/main" val="3769651827"/>
                    </a:ext>
                  </a:extLst>
                </a:gridCol>
                <a:gridCol w="2524805">
                  <a:extLst>
                    <a:ext uri="{9D8B030D-6E8A-4147-A177-3AD203B41FA5}">
                      <a16:colId xmlns:a16="http://schemas.microsoft.com/office/drawing/2014/main" val="3789610317"/>
                    </a:ext>
                  </a:extLst>
                </a:gridCol>
                <a:gridCol w="2524805">
                  <a:extLst>
                    <a:ext uri="{9D8B030D-6E8A-4147-A177-3AD203B41FA5}">
                      <a16:colId xmlns:a16="http://schemas.microsoft.com/office/drawing/2014/main" val="3553421882"/>
                    </a:ext>
                  </a:extLst>
                </a:gridCol>
              </a:tblGrid>
              <a:tr h="346209">
                <a:tc>
                  <a:txBody>
                    <a:bodyPr/>
                    <a:lstStyle/>
                    <a:p>
                      <a:r>
                        <a:rPr kumimoji="1" lang="ja-JP" altLang="en-US" sz="1200" dirty="0"/>
                        <a:t>ツール</a:t>
                      </a:r>
                    </a:p>
                  </a:txBody>
                  <a:tcPr marL="60960" marR="60960" marT="30480" marB="30480"/>
                </a:tc>
                <a:tc>
                  <a:txBody>
                    <a:bodyPr/>
                    <a:lstStyle/>
                    <a:p>
                      <a:r>
                        <a:rPr kumimoji="1" lang="ja-JP" altLang="en-US" sz="1200" dirty="0"/>
                        <a:t>カテゴリ</a:t>
                      </a:r>
                    </a:p>
                  </a:txBody>
                  <a:tcPr marL="60960" marR="60960" marT="30480" marB="30480"/>
                </a:tc>
                <a:tc>
                  <a:txBody>
                    <a:bodyPr/>
                    <a:lstStyle/>
                    <a:p>
                      <a:r>
                        <a:rPr kumimoji="1" lang="ja-JP" altLang="en-US" sz="1200" dirty="0"/>
                        <a:t>用途</a:t>
                      </a:r>
                    </a:p>
                  </a:txBody>
                  <a:tcPr marL="60960" marR="60960" marT="30480" marB="30480"/>
                </a:tc>
                <a:tc>
                  <a:txBody>
                    <a:bodyPr/>
                    <a:lstStyle/>
                    <a:p>
                      <a:r>
                        <a:rPr kumimoji="1" lang="ja-JP" altLang="en-US" sz="1200" dirty="0"/>
                        <a:t>営業先</a:t>
                      </a:r>
                    </a:p>
                  </a:txBody>
                  <a:tcPr marL="60960" marR="60960" marT="30480" marB="30480"/>
                </a:tc>
                <a:tc>
                  <a:txBody>
                    <a:bodyPr/>
                    <a:lstStyle/>
                    <a:p>
                      <a:r>
                        <a:rPr kumimoji="1" lang="ja-JP" altLang="en-US" sz="1200" dirty="0"/>
                        <a:t>メリット</a:t>
                      </a:r>
                    </a:p>
                  </a:txBody>
                  <a:tcPr marL="60960" marR="60960" marT="30480" marB="30480"/>
                </a:tc>
                <a:tc>
                  <a:txBody>
                    <a:bodyPr/>
                    <a:lstStyle/>
                    <a:p>
                      <a:r>
                        <a:rPr kumimoji="1" lang="ja-JP" altLang="en-US" sz="1200" dirty="0"/>
                        <a:t>デメリット</a:t>
                      </a:r>
                    </a:p>
                  </a:txBody>
                  <a:tcPr marL="60960" marR="60960" marT="30480" marB="30480"/>
                </a:tc>
                <a:extLst>
                  <a:ext uri="{0D108BD9-81ED-4DB2-BD59-A6C34878D82A}">
                    <a16:rowId xmlns:a16="http://schemas.microsoft.com/office/drawing/2014/main" val="84552247"/>
                  </a:ext>
                </a:extLst>
              </a:tr>
              <a:tr h="483744">
                <a:tc>
                  <a:txBody>
                    <a:bodyPr/>
                    <a:lstStyle/>
                    <a:p>
                      <a:r>
                        <a:rPr kumimoji="1" lang="ja-JP" altLang="en-US" sz="1200" dirty="0"/>
                        <a:t>（仮）</a:t>
                      </a:r>
                      <a:r>
                        <a:rPr kumimoji="1" lang="en-US" altLang="ja-JP" sz="1200" dirty="0"/>
                        <a:t>Swim Tracker</a:t>
                      </a:r>
                      <a:br>
                        <a:rPr kumimoji="1" lang="en-US" altLang="ja-JP" sz="1200" dirty="0"/>
                      </a:br>
                      <a:r>
                        <a:rPr kumimoji="1" lang="ja-JP" altLang="en-US" sz="1200" dirty="0"/>
                        <a:t>選手コース管理ツール</a:t>
                      </a:r>
                      <a:endParaRPr kumimoji="1" lang="en-US" altLang="ja-JP" sz="1200" dirty="0"/>
                    </a:p>
                  </a:txBody>
                  <a:tcPr marL="60960" marR="60960" marT="30480" marB="30480"/>
                </a:tc>
                <a:tc>
                  <a:txBody>
                    <a:bodyPr/>
                    <a:lstStyle/>
                    <a:p>
                      <a:r>
                        <a:rPr kumimoji="1" lang="en-US" altLang="ja-JP" sz="1200" dirty="0"/>
                        <a:t>Web/</a:t>
                      </a:r>
                      <a:r>
                        <a:rPr kumimoji="1" lang="ja-JP" altLang="en-US" sz="1200" dirty="0"/>
                        <a:t>モバイルアプリ（システム開発）</a:t>
                      </a:r>
                    </a:p>
                  </a:txBody>
                  <a:tcPr marL="60960" marR="60960" marT="30480" marB="30480"/>
                </a:tc>
                <a:tc>
                  <a:txBody>
                    <a:bodyPr/>
                    <a:lstStyle/>
                    <a:p>
                      <a:r>
                        <a:rPr kumimoji="1" lang="ja-JP" altLang="en-US" sz="1200" dirty="0"/>
                        <a:t>選手のタイム管理や大会申し込み管理</a:t>
                      </a:r>
                    </a:p>
                  </a:txBody>
                  <a:tcPr marL="60960" marR="60960" marT="30480" marB="30480"/>
                </a:tc>
                <a:tc>
                  <a:txBody>
                    <a:bodyPr/>
                    <a:lstStyle/>
                    <a:p>
                      <a:r>
                        <a:rPr kumimoji="1" lang="ja-JP" altLang="en-US" sz="1200" dirty="0"/>
                        <a:t>スイミング選手コース・高校大学水泳部</a:t>
                      </a:r>
                    </a:p>
                  </a:txBody>
                  <a:tcPr marL="60960" marR="60960" marT="30480" marB="30480"/>
                </a:tc>
                <a:tc>
                  <a:txBody>
                    <a:bodyPr/>
                    <a:lstStyle/>
                    <a:p>
                      <a:r>
                        <a:rPr kumimoji="1" lang="ja-JP" altLang="en-US" sz="1200" dirty="0"/>
                        <a:t>競合なし・無料利用でユーザーは伸びそう</a:t>
                      </a:r>
                    </a:p>
                  </a:txBody>
                  <a:tcPr marL="60960" marR="60960" marT="30480" marB="30480"/>
                </a:tc>
                <a:tc>
                  <a:txBody>
                    <a:bodyPr/>
                    <a:lstStyle/>
                    <a:p>
                      <a:r>
                        <a:rPr kumimoji="1" lang="ja-JP" altLang="en-US" sz="1200" dirty="0"/>
                        <a:t>開発工数大で初動遅い</a:t>
                      </a:r>
                    </a:p>
                  </a:txBody>
                  <a:tcPr marL="60960" marR="60960" marT="30480" marB="30480"/>
                </a:tc>
                <a:extLst>
                  <a:ext uri="{0D108BD9-81ED-4DB2-BD59-A6C34878D82A}">
                    <a16:rowId xmlns:a16="http://schemas.microsoft.com/office/drawing/2014/main" val="2875140299"/>
                  </a:ext>
                </a:extLst>
              </a:tr>
              <a:tr h="483744">
                <a:tc>
                  <a:txBody>
                    <a:bodyPr/>
                    <a:lstStyle/>
                    <a:p>
                      <a:r>
                        <a:rPr kumimoji="1" lang="ja-JP" altLang="en-US" sz="1200" dirty="0"/>
                        <a:t>（仮）</a:t>
                      </a:r>
                      <a:r>
                        <a:rPr kumimoji="1" lang="en-US" altLang="ja-JP" sz="1200" dirty="0" err="1"/>
                        <a:t>SchoolBoost</a:t>
                      </a:r>
                      <a:r>
                        <a:rPr kumimoji="1" lang="en-US" altLang="ja-JP" sz="1200" dirty="0"/>
                        <a:t> AI</a:t>
                      </a:r>
                    </a:p>
                    <a:p>
                      <a:r>
                        <a:rPr kumimoji="1" lang="ja-JP" altLang="en-US" sz="1200" dirty="0"/>
                        <a:t>育成級管理ツール</a:t>
                      </a:r>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200" dirty="0"/>
                        <a:t>Web/</a:t>
                      </a:r>
                      <a:r>
                        <a:rPr kumimoji="1" lang="ja-JP" altLang="en-US" sz="1200" dirty="0"/>
                        <a:t>モバイルアプリ（システム開発）</a:t>
                      </a:r>
                    </a:p>
                  </a:txBody>
                  <a:tcPr marL="60960" marR="60960" marT="30480" marB="30480"/>
                </a:tc>
                <a:tc>
                  <a:txBody>
                    <a:bodyPr/>
                    <a:lstStyle/>
                    <a:p>
                      <a:r>
                        <a:rPr kumimoji="1" lang="ja-JP" altLang="en-US" sz="1200" dirty="0"/>
                        <a:t>煩雑な級の管理で現場が楽になる</a:t>
                      </a:r>
                    </a:p>
                  </a:txBody>
                  <a:tcPr marL="60960" marR="60960" marT="30480" marB="30480"/>
                </a:tc>
                <a:tc>
                  <a:txBody>
                    <a:bodyPr/>
                    <a:lstStyle/>
                    <a:p>
                      <a:r>
                        <a:rPr kumimoji="1" lang="ja-JP" altLang="en-US" sz="1200" dirty="0"/>
                        <a:t>フィットネス・スイミング経営陣</a:t>
                      </a:r>
                    </a:p>
                  </a:txBody>
                  <a:tcPr marL="60960" marR="60960" marT="30480" marB="30480"/>
                </a:tc>
                <a:tc>
                  <a:txBody>
                    <a:bodyPr/>
                    <a:lstStyle/>
                    <a:p>
                      <a:r>
                        <a:rPr kumimoji="1" lang="ja-JP" altLang="en-US" sz="1200" dirty="0"/>
                        <a:t>ニーズは確実にあり、競合と差別化可能</a:t>
                      </a:r>
                    </a:p>
                  </a:txBody>
                  <a:tcPr marL="60960" marR="60960" marT="30480" marB="30480"/>
                </a:tc>
                <a:tc>
                  <a:txBody>
                    <a:bodyPr/>
                    <a:lstStyle/>
                    <a:p>
                      <a:r>
                        <a:rPr kumimoji="1" lang="ja-JP" altLang="en-US" sz="1200" dirty="0"/>
                        <a:t>競合から乗り換えてもらわないといけない</a:t>
                      </a:r>
                    </a:p>
                  </a:txBody>
                  <a:tcPr marL="60960" marR="60960" marT="30480" marB="30480"/>
                </a:tc>
                <a:extLst>
                  <a:ext uri="{0D108BD9-81ED-4DB2-BD59-A6C34878D82A}">
                    <a16:rowId xmlns:a16="http://schemas.microsoft.com/office/drawing/2014/main" val="1930249137"/>
                  </a:ext>
                </a:extLst>
              </a:tr>
              <a:tr h="483744">
                <a:tc>
                  <a:txBody>
                    <a:bodyPr/>
                    <a:lstStyle/>
                    <a:p>
                      <a:r>
                        <a:rPr kumimoji="1" lang="ja-JP" altLang="en-US" sz="1200" dirty="0"/>
                        <a:t>（仮）</a:t>
                      </a:r>
                      <a:r>
                        <a:rPr kumimoji="1" lang="en-US" altLang="ja-JP" sz="1200" dirty="0"/>
                        <a:t>Rangers</a:t>
                      </a:r>
                    </a:p>
                    <a:p>
                      <a:r>
                        <a:rPr kumimoji="1" lang="ja-JP" altLang="en-US" sz="1200" dirty="0"/>
                        <a:t>マスターズ管理ツール</a:t>
                      </a:r>
                    </a:p>
                  </a:txBody>
                  <a:tcPr marL="60960" marR="60960" marT="30480" marB="30480"/>
                </a:tc>
                <a:tc>
                  <a:txBody>
                    <a:bodyPr/>
                    <a:lstStyle/>
                    <a:p>
                      <a:r>
                        <a:rPr kumimoji="1" lang="ja-JP" altLang="en-US" sz="1200" dirty="0"/>
                        <a:t>モバイルアプリ（システム開発）</a:t>
                      </a:r>
                    </a:p>
                  </a:txBody>
                  <a:tcPr marL="60960" marR="60960" marT="30480" marB="30480"/>
                </a:tc>
                <a:tc>
                  <a:txBody>
                    <a:bodyPr/>
                    <a:lstStyle/>
                    <a:p>
                      <a:r>
                        <a:rPr kumimoji="1" lang="ja-JP" altLang="en-US" sz="1200" dirty="0"/>
                        <a:t>個人での集客プラットフォーム・管理ツール付き</a:t>
                      </a:r>
                    </a:p>
                  </a:txBody>
                  <a:tcPr marL="60960" marR="60960" marT="30480" marB="30480"/>
                </a:tc>
                <a:tc>
                  <a:txBody>
                    <a:bodyPr/>
                    <a:lstStyle/>
                    <a:p>
                      <a:r>
                        <a:rPr kumimoji="1" lang="ja-JP" altLang="en-US" sz="1200" dirty="0"/>
                        <a:t>マスターズ会員・個人指導員</a:t>
                      </a:r>
                    </a:p>
                  </a:txBody>
                  <a:tcPr marL="60960" marR="60960" marT="30480" marB="30480"/>
                </a:tc>
                <a:tc>
                  <a:txBody>
                    <a:bodyPr/>
                    <a:lstStyle/>
                    <a:p>
                      <a:r>
                        <a:rPr kumimoji="1" lang="ja-JP" altLang="en-US" sz="1200" dirty="0"/>
                        <a:t>マスターズ会員と個人指導員への営業は行いやすい</a:t>
                      </a:r>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200" dirty="0"/>
                        <a:t>開発工数大で初動遅い・営業に一定時間がかかる</a:t>
                      </a:r>
                    </a:p>
                  </a:txBody>
                  <a:tcPr marL="60960" marR="60960" marT="30480" marB="30480"/>
                </a:tc>
                <a:extLst>
                  <a:ext uri="{0D108BD9-81ED-4DB2-BD59-A6C34878D82A}">
                    <a16:rowId xmlns:a16="http://schemas.microsoft.com/office/drawing/2014/main" val="3729725147"/>
                  </a:ext>
                </a:extLst>
              </a:tr>
              <a:tr h="483744">
                <a:tc>
                  <a:txBody>
                    <a:bodyPr/>
                    <a:lstStyle/>
                    <a:p>
                      <a:r>
                        <a:rPr kumimoji="1" lang="ja-JP" altLang="en-US" sz="1200" dirty="0"/>
                        <a:t>スイミング販促ツール（スーパー支配人）</a:t>
                      </a:r>
                    </a:p>
                  </a:txBody>
                  <a:tcPr marL="60960" marR="60960" marT="30480" marB="30480"/>
                </a:tc>
                <a:tc>
                  <a:txBody>
                    <a:bodyPr/>
                    <a:lstStyle/>
                    <a:p>
                      <a:r>
                        <a:rPr kumimoji="1" lang="en-US" altLang="ja-JP" sz="1200" dirty="0"/>
                        <a:t>Web</a:t>
                      </a:r>
                      <a:r>
                        <a:rPr kumimoji="1" lang="ja-JP" altLang="en-US" sz="1200" dirty="0"/>
                        <a:t>アプリ（</a:t>
                      </a:r>
                      <a:r>
                        <a:rPr kumimoji="1" lang="en-US" altLang="ja-JP" sz="1200" dirty="0"/>
                        <a:t>AI</a:t>
                      </a:r>
                      <a:r>
                        <a:rPr kumimoji="1" lang="ja-JP" altLang="en-US" sz="1200" dirty="0"/>
                        <a:t>）</a:t>
                      </a:r>
                    </a:p>
                  </a:txBody>
                  <a:tcPr marL="60960" marR="60960" marT="30480" marB="30480"/>
                </a:tc>
                <a:tc>
                  <a:txBody>
                    <a:bodyPr/>
                    <a:lstStyle/>
                    <a:p>
                      <a:r>
                        <a:rPr kumimoji="1" lang="ja-JP" altLang="en-US" sz="1200" dirty="0"/>
                        <a:t>スイミングの売り上げ向上</a:t>
                      </a:r>
                    </a:p>
                  </a:txBody>
                  <a:tcPr marL="60960" marR="60960" marT="30480" marB="30480"/>
                </a:tc>
                <a:tc>
                  <a:txBody>
                    <a:bodyPr/>
                    <a:lstStyle/>
                    <a:p>
                      <a:r>
                        <a:rPr kumimoji="1" lang="ja-JP" altLang="en-US" sz="1200" dirty="0"/>
                        <a:t>フィットネス・スイミング経営陣</a:t>
                      </a:r>
                    </a:p>
                  </a:txBody>
                  <a:tcPr marL="60960" marR="60960" marT="30480" marB="30480"/>
                </a:tc>
                <a:tc>
                  <a:txBody>
                    <a:bodyPr/>
                    <a:lstStyle/>
                    <a:p>
                      <a:r>
                        <a:rPr kumimoji="1" lang="ja-JP" altLang="en-US" sz="1200" dirty="0"/>
                        <a:t>開発楽ですぐに提案可能</a:t>
                      </a:r>
                    </a:p>
                  </a:txBody>
                  <a:tcPr marL="60960" marR="60960" marT="30480" marB="30480"/>
                </a:tc>
                <a:tc>
                  <a:txBody>
                    <a:bodyPr/>
                    <a:lstStyle/>
                    <a:p>
                      <a:r>
                        <a:rPr kumimoji="1" lang="ja-JP" altLang="en-US" sz="1200" dirty="0"/>
                        <a:t>内部の情報を提供してもらわないといけない。</a:t>
                      </a:r>
                    </a:p>
                  </a:txBody>
                  <a:tcPr marL="60960" marR="60960" marT="30480" marB="30480"/>
                </a:tc>
                <a:extLst>
                  <a:ext uri="{0D108BD9-81ED-4DB2-BD59-A6C34878D82A}">
                    <a16:rowId xmlns:a16="http://schemas.microsoft.com/office/drawing/2014/main" val="149008359"/>
                  </a:ext>
                </a:extLst>
              </a:tr>
              <a:tr h="483744">
                <a:tc>
                  <a:txBody>
                    <a:bodyPr/>
                    <a:lstStyle/>
                    <a:p>
                      <a:r>
                        <a:rPr kumimoji="1" lang="ja-JP" altLang="en-US" sz="1200" dirty="0"/>
                        <a:t>スイミング工数削減ツール</a:t>
                      </a:r>
                    </a:p>
                  </a:txBody>
                  <a:tcPr marL="60960" marR="60960" marT="30480" marB="30480"/>
                </a:tc>
                <a:tc>
                  <a:txBody>
                    <a:bodyPr/>
                    <a:lstStyle/>
                    <a:p>
                      <a:r>
                        <a:rPr kumimoji="1" lang="en-US" altLang="ja-JP" sz="1200" dirty="0"/>
                        <a:t>Web</a:t>
                      </a:r>
                      <a:r>
                        <a:rPr kumimoji="1" lang="ja-JP" altLang="en-US" sz="1200" dirty="0"/>
                        <a:t>アプリ（</a:t>
                      </a:r>
                      <a:r>
                        <a:rPr kumimoji="1" lang="en-US" altLang="ja-JP" sz="1200" dirty="0"/>
                        <a:t>AI</a:t>
                      </a:r>
                      <a:r>
                        <a:rPr kumimoji="1" lang="ja-JP" altLang="en-US" sz="1200" dirty="0"/>
                        <a:t>）</a:t>
                      </a:r>
                    </a:p>
                  </a:txBody>
                  <a:tcPr marL="60960" marR="60960" marT="30480" marB="30480"/>
                </a:tc>
                <a:tc>
                  <a:txBody>
                    <a:bodyPr/>
                    <a:lstStyle/>
                    <a:p>
                      <a:r>
                        <a:rPr kumimoji="1" lang="ja-JP" altLang="en-US" sz="1200" dirty="0"/>
                        <a:t>スイミングのコストを</a:t>
                      </a:r>
                      <a:r>
                        <a:rPr kumimoji="1" lang="en-US" altLang="ja-JP" sz="1200" dirty="0"/>
                        <a:t>AI</a:t>
                      </a:r>
                      <a:r>
                        <a:rPr kumimoji="1" lang="ja-JP" altLang="en-US" sz="1200" dirty="0"/>
                        <a:t>で削減</a:t>
                      </a:r>
                    </a:p>
                  </a:txBody>
                  <a:tcPr marL="60960" marR="60960" marT="30480" marB="30480"/>
                </a:tc>
                <a:tc>
                  <a:txBody>
                    <a:bodyPr/>
                    <a:lstStyle/>
                    <a:p>
                      <a:r>
                        <a:rPr kumimoji="1" lang="ja-JP" altLang="en-US" sz="1200" dirty="0"/>
                        <a:t>フィットネス・スイミング経営陣</a:t>
                      </a:r>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200" dirty="0"/>
                        <a:t>開発楽ですぐに提案可能</a:t>
                      </a:r>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200" dirty="0"/>
                        <a:t>コストに対して問題意識が市場全体で薄い・</a:t>
                      </a:r>
                      <a:r>
                        <a:rPr kumimoji="1" lang="en-US" altLang="ja-JP" sz="1200" dirty="0"/>
                        <a:t>AI</a:t>
                      </a:r>
                      <a:r>
                        <a:rPr kumimoji="1" lang="ja-JP" altLang="en-US" sz="1200" dirty="0"/>
                        <a:t>の理解コストが高い</a:t>
                      </a:r>
                    </a:p>
                  </a:txBody>
                  <a:tcPr marL="60960" marR="60960" marT="30480" marB="30480"/>
                </a:tc>
                <a:extLst>
                  <a:ext uri="{0D108BD9-81ED-4DB2-BD59-A6C34878D82A}">
                    <a16:rowId xmlns:a16="http://schemas.microsoft.com/office/drawing/2014/main" val="1746276056"/>
                  </a:ext>
                </a:extLst>
              </a:tr>
            </a:tbl>
          </a:graphicData>
        </a:graphic>
      </p:graphicFrame>
      <p:sp>
        <p:nvSpPr>
          <p:cNvPr id="24" name="楕円 23">
            <a:extLst>
              <a:ext uri="{FF2B5EF4-FFF2-40B4-BE49-F238E27FC236}">
                <a16:creationId xmlns:a16="http://schemas.microsoft.com/office/drawing/2014/main" id="{5DC11437-F24C-FF7A-B467-797D92415E86}"/>
              </a:ext>
            </a:extLst>
          </p:cNvPr>
          <p:cNvSpPr/>
          <p:nvPr/>
        </p:nvSpPr>
        <p:spPr>
          <a:xfrm>
            <a:off x="1877181" y="5730948"/>
            <a:ext cx="3618895" cy="5348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r>
              <a:rPr lang="ja-JP" altLang="en-US" sz="933" kern="0" dirty="0">
                <a:solidFill>
                  <a:srgbClr val="FFFFFF"/>
                </a:solidFill>
                <a:latin typeface="Arial"/>
                <a:ea typeface="ＭＳ Ｐゴシック" panose="020B0600070205080204" pitchFamily="50" charset="-128"/>
                <a:sym typeface="Arial"/>
              </a:rPr>
              <a:t>競合あり（ペガサス・</a:t>
            </a:r>
            <a:r>
              <a:rPr lang="en-US" altLang="ja-JP" sz="933" kern="0" dirty="0">
                <a:solidFill>
                  <a:srgbClr val="FFFFFF"/>
                </a:solidFill>
                <a:latin typeface="Arial"/>
                <a:ea typeface="ＭＳ Ｐゴシック" panose="020B0600070205080204" pitchFamily="50" charset="-128"/>
                <a:sym typeface="Arial"/>
              </a:rPr>
              <a:t>Bands</a:t>
            </a:r>
            <a:r>
              <a:rPr lang="ja-JP" altLang="en-US" sz="933" kern="0" dirty="0">
                <a:solidFill>
                  <a:srgbClr val="FFFFFF"/>
                </a:solidFill>
                <a:latin typeface="Arial"/>
                <a:ea typeface="ＭＳ Ｐゴシック" panose="020B0600070205080204" pitchFamily="50" charset="-128"/>
                <a:sym typeface="Arial"/>
              </a:rPr>
              <a:t>）</a:t>
            </a:r>
          </a:p>
        </p:txBody>
      </p:sp>
      <p:sp>
        <p:nvSpPr>
          <p:cNvPr id="27" name="楕円 26">
            <a:extLst>
              <a:ext uri="{FF2B5EF4-FFF2-40B4-BE49-F238E27FC236}">
                <a16:creationId xmlns:a16="http://schemas.microsoft.com/office/drawing/2014/main" id="{63DA4237-6885-89F6-8BDB-CAB157656D2C}"/>
              </a:ext>
            </a:extLst>
          </p:cNvPr>
          <p:cNvSpPr/>
          <p:nvPr/>
        </p:nvSpPr>
        <p:spPr>
          <a:xfrm>
            <a:off x="5734855" y="5730948"/>
            <a:ext cx="4696079" cy="53483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r>
              <a:rPr lang="ja-JP" altLang="en-US" sz="933" kern="0" dirty="0">
                <a:solidFill>
                  <a:srgbClr val="FFFFFF"/>
                </a:solidFill>
                <a:latin typeface="Arial"/>
                <a:ea typeface="ＭＳ Ｐゴシック" panose="020B0600070205080204" pitchFamily="50" charset="-128"/>
                <a:sym typeface="Arial"/>
              </a:rPr>
              <a:t>競合なし</a:t>
            </a:r>
          </a:p>
        </p:txBody>
      </p:sp>
    </p:spTree>
    <p:extLst>
      <p:ext uri="{BB962C8B-B14F-4D97-AF65-F5344CB8AC3E}">
        <p14:creationId xmlns:p14="http://schemas.microsoft.com/office/powerpoint/2010/main" val="3198512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6">
          <a:extLst>
            <a:ext uri="{FF2B5EF4-FFF2-40B4-BE49-F238E27FC236}">
              <a16:creationId xmlns:a16="http://schemas.microsoft.com/office/drawing/2014/main" id="{4B9A67E2-6B50-9AB5-E73C-B299CD02A9D1}"/>
            </a:ext>
          </a:extLst>
        </p:cNvPr>
        <p:cNvGrpSpPr/>
        <p:nvPr/>
      </p:nvGrpSpPr>
      <p:grpSpPr>
        <a:xfrm>
          <a:off x="0" y="0"/>
          <a:ext cx="0" cy="0"/>
          <a:chOff x="0" y="0"/>
          <a:chExt cx="0" cy="0"/>
        </a:xfrm>
      </p:grpSpPr>
      <p:sp>
        <p:nvSpPr>
          <p:cNvPr id="38" name="正方形/長方形 37">
            <a:extLst>
              <a:ext uri="{FF2B5EF4-FFF2-40B4-BE49-F238E27FC236}">
                <a16:creationId xmlns:a16="http://schemas.microsoft.com/office/drawing/2014/main" id="{9265A6DD-5A42-CB20-7A24-F56BD129B85E}"/>
              </a:ext>
            </a:extLst>
          </p:cNvPr>
          <p:cNvSpPr/>
          <p:nvPr/>
        </p:nvSpPr>
        <p:spPr>
          <a:xfrm>
            <a:off x="8562097" y="1716696"/>
            <a:ext cx="3069213" cy="4538814"/>
          </a:xfrm>
          <a:prstGeom prst="rect">
            <a:avLst/>
          </a:prstGeom>
          <a:solidFill>
            <a:schemeClr val="accent1">
              <a:alpha val="2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endParaRPr lang="ja-JP" altLang="en-US" sz="933" kern="0">
              <a:solidFill>
                <a:srgbClr val="FFFFFF"/>
              </a:solidFill>
              <a:latin typeface="Arial"/>
              <a:ea typeface="ＭＳ Ｐゴシック" panose="020B0600070205080204" pitchFamily="50" charset="-128"/>
              <a:sym typeface="Arial"/>
            </a:endParaRPr>
          </a:p>
        </p:txBody>
      </p:sp>
      <p:sp>
        <p:nvSpPr>
          <p:cNvPr id="34" name="正方形/長方形 33">
            <a:extLst>
              <a:ext uri="{FF2B5EF4-FFF2-40B4-BE49-F238E27FC236}">
                <a16:creationId xmlns:a16="http://schemas.microsoft.com/office/drawing/2014/main" id="{094D66E0-2896-2FAC-4DBF-31CB6A233E16}"/>
              </a:ext>
            </a:extLst>
          </p:cNvPr>
          <p:cNvSpPr/>
          <p:nvPr/>
        </p:nvSpPr>
        <p:spPr>
          <a:xfrm>
            <a:off x="1120698" y="4013724"/>
            <a:ext cx="3613241" cy="2241785"/>
          </a:xfrm>
          <a:prstGeom prst="rect">
            <a:avLst/>
          </a:prstGeom>
          <a:solidFill>
            <a:schemeClr val="accent2">
              <a:lumMod val="20000"/>
              <a:lumOff val="80000"/>
              <a:alpha val="2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endParaRPr lang="ja-JP" altLang="en-US" sz="933" kern="0">
              <a:solidFill>
                <a:srgbClr val="FFFFFF"/>
              </a:solidFill>
              <a:latin typeface="Arial"/>
              <a:ea typeface="ＭＳ Ｐゴシック" panose="020B0600070205080204" pitchFamily="50" charset="-128"/>
              <a:sym typeface="Arial"/>
            </a:endParaRPr>
          </a:p>
        </p:txBody>
      </p:sp>
      <p:sp>
        <p:nvSpPr>
          <p:cNvPr id="35" name="正方形/長方形 34">
            <a:extLst>
              <a:ext uri="{FF2B5EF4-FFF2-40B4-BE49-F238E27FC236}">
                <a16:creationId xmlns:a16="http://schemas.microsoft.com/office/drawing/2014/main" id="{AF63E222-B5A9-FD32-6DE6-E8B7E26DFA3E}"/>
              </a:ext>
            </a:extLst>
          </p:cNvPr>
          <p:cNvSpPr/>
          <p:nvPr/>
        </p:nvSpPr>
        <p:spPr>
          <a:xfrm>
            <a:off x="4861054" y="4013724"/>
            <a:ext cx="3613241" cy="2241785"/>
          </a:xfrm>
          <a:prstGeom prst="rect">
            <a:avLst/>
          </a:prstGeom>
          <a:solidFill>
            <a:schemeClr val="accent2">
              <a:lumMod val="20000"/>
              <a:lumOff val="80000"/>
              <a:alpha val="2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endParaRPr lang="ja-JP" altLang="en-US" sz="933" kern="0">
              <a:solidFill>
                <a:srgbClr val="FFFFFF"/>
              </a:solidFill>
              <a:latin typeface="Arial"/>
              <a:ea typeface="ＭＳ Ｐゴシック" panose="020B0600070205080204" pitchFamily="50" charset="-128"/>
              <a:sym typeface="Arial"/>
            </a:endParaRPr>
          </a:p>
        </p:txBody>
      </p:sp>
      <p:sp>
        <p:nvSpPr>
          <p:cNvPr id="29" name="正方形/長方形 28">
            <a:extLst>
              <a:ext uri="{FF2B5EF4-FFF2-40B4-BE49-F238E27FC236}">
                <a16:creationId xmlns:a16="http://schemas.microsoft.com/office/drawing/2014/main" id="{F91597F2-00FF-0054-107A-47311C7F3A96}"/>
              </a:ext>
            </a:extLst>
          </p:cNvPr>
          <p:cNvSpPr/>
          <p:nvPr/>
        </p:nvSpPr>
        <p:spPr>
          <a:xfrm>
            <a:off x="4861054" y="1704543"/>
            <a:ext cx="3613241" cy="2243895"/>
          </a:xfrm>
          <a:prstGeom prst="rect">
            <a:avLst/>
          </a:prstGeom>
          <a:solidFill>
            <a:schemeClr val="accent1">
              <a:alpha val="2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endParaRPr lang="ja-JP" altLang="en-US" sz="933" kern="0">
              <a:solidFill>
                <a:srgbClr val="FFFFFF"/>
              </a:solidFill>
              <a:latin typeface="Arial"/>
              <a:ea typeface="ＭＳ Ｐゴシック" panose="020B0600070205080204" pitchFamily="50" charset="-128"/>
              <a:sym typeface="Arial"/>
            </a:endParaRPr>
          </a:p>
        </p:txBody>
      </p:sp>
      <p:sp>
        <p:nvSpPr>
          <p:cNvPr id="8" name="正方形/長方形 7">
            <a:extLst>
              <a:ext uri="{FF2B5EF4-FFF2-40B4-BE49-F238E27FC236}">
                <a16:creationId xmlns:a16="http://schemas.microsoft.com/office/drawing/2014/main" id="{D950B550-DE11-AE15-70AE-FEC4F2F04AA8}"/>
              </a:ext>
            </a:extLst>
          </p:cNvPr>
          <p:cNvSpPr/>
          <p:nvPr/>
        </p:nvSpPr>
        <p:spPr>
          <a:xfrm>
            <a:off x="1120698" y="1713527"/>
            <a:ext cx="3613241" cy="2241785"/>
          </a:xfrm>
          <a:prstGeom prst="rect">
            <a:avLst/>
          </a:prstGeom>
          <a:solidFill>
            <a:schemeClr val="accent1">
              <a:alpha val="2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endParaRPr lang="ja-JP" altLang="en-US" sz="933" kern="0">
              <a:solidFill>
                <a:srgbClr val="FFFFFF"/>
              </a:solidFill>
              <a:latin typeface="Arial"/>
              <a:ea typeface="ＭＳ Ｐゴシック" panose="020B0600070205080204" pitchFamily="50" charset="-128"/>
              <a:sym typeface="Arial"/>
            </a:endParaRPr>
          </a:p>
        </p:txBody>
      </p:sp>
      <p:sp>
        <p:nvSpPr>
          <p:cNvPr id="270" name="Google Shape;270;p6">
            <a:extLst>
              <a:ext uri="{FF2B5EF4-FFF2-40B4-BE49-F238E27FC236}">
                <a16:creationId xmlns:a16="http://schemas.microsoft.com/office/drawing/2014/main" id="{71C91FB7-5DC7-EB12-4232-FC50EC44F652}"/>
              </a:ext>
            </a:extLst>
          </p:cNvPr>
          <p:cNvSpPr/>
          <p:nvPr/>
        </p:nvSpPr>
        <p:spPr>
          <a:xfrm>
            <a:off x="0" y="23084"/>
            <a:ext cx="12192000" cy="433899"/>
          </a:xfrm>
          <a:custGeom>
            <a:avLst/>
            <a:gdLst/>
            <a:ahLst/>
            <a:cxnLst/>
            <a:rect l="l" t="t" r="r" b="b"/>
            <a:pathLst>
              <a:path w="18288000" h="650849" extrusionOk="0">
                <a:moveTo>
                  <a:pt x="0" y="0"/>
                </a:moveTo>
                <a:lnTo>
                  <a:pt x="18288000" y="0"/>
                </a:lnTo>
                <a:lnTo>
                  <a:pt x="18288000" y="650849"/>
                </a:lnTo>
                <a:lnTo>
                  <a:pt x="0" y="650849"/>
                </a:lnTo>
                <a:lnTo>
                  <a:pt x="0" y="0"/>
                </a:lnTo>
                <a:close/>
              </a:path>
            </a:pathLst>
          </a:custGeom>
          <a:blipFill rotWithShape="1">
            <a:blip r:embed="rId3">
              <a:alphaModFix/>
            </a:blip>
            <a:stretch>
              <a:fillRect t="-1177556" b="-594403"/>
            </a:stretch>
          </a:blipFill>
          <a:ln>
            <a:noFill/>
          </a:ln>
        </p:spPr>
      </p:sp>
      <p:cxnSp>
        <p:nvCxnSpPr>
          <p:cNvPr id="271" name="Google Shape;271;p6">
            <a:extLst>
              <a:ext uri="{FF2B5EF4-FFF2-40B4-BE49-F238E27FC236}">
                <a16:creationId xmlns:a16="http://schemas.microsoft.com/office/drawing/2014/main" id="{069384ED-613D-5C5C-6626-86E97F719DBC}"/>
              </a:ext>
            </a:extLst>
          </p:cNvPr>
          <p:cNvCxnSpPr/>
          <p:nvPr/>
        </p:nvCxnSpPr>
        <p:spPr>
          <a:xfrm>
            <a:off x="0" y="1378343"/>
            <a:ext cx="10787553" cy="0"/>
          </a:xfrm>
          <a:prstGeom prst="straightConnector1">
            <a:avLst/>
          </a:prstGeom>
          <a:noFill/>
          <a:ln w="38100" cap="flat" cmpd="sng">
            <a:solidFill>
              <a:srgbClr val="A3CFF0"/>
            </a:solidFill>
            <a:prstDash val="solid"/>
            <a:round/>
            <a:headEnd type="none" w="sm" len="sm"/>
            <a:tailEnd type="none" w="sm" len="sm"/>
          </a:ln>
        </p:spPr>
      </p:cxnSp>
      <p:grpSp>
        <p:nvGrpSpPr>
          <p:cNvPr id="272" name="Google Shape;272;p6">
            <a:extLst>
              <a:ext uri="{FF2B5EF4-FFF2-40B4-BE49-F238E27FC236}">
                <a16:creationId xmlns:a16="http://schemas.microsoft.com/office/drawing/2014/main" id="{51A2515C-2A38-69BF-EA18-3D8191B87C5C}"/>
              </a:ext>
            </a:extLst>
          </p:cNvPr>
          <p:cNvGrpSpPr/>
          <p:nvPr/>
        </p:nvGrpSpPr>
        <p:grpSpPr>
          <a:xfrm rot="5400000">
            <a:off x="3187" y="828283"/>
            <a:ext cx="456983" cy="463356"/>
            <a:chOff x="0" y="0"/>
            <a:chExt cx="801621" cy="812800"/>
          </a:xfrm>
        </p:grpSpPr>
        <p:sp>
          <p:nvSpPr>
            <p:cNvPr id="273" name="Google Shape;273;p6">
              <a:extLst>
                <a:ext uri="{FF2B5EF4-FFF2-40B4-BE49-F238E27FC236}">
                  <a16:creationId xmlns:a16="http://schemas.microsoft.com/office/drawing/2014/main" id="{48DACAD6-A1A1-3AE4-CD40-EF8485A667CD}"/>
                </a:ext>
              </a:extLst>
            </p:cNvPr>
            <p:cNvSpPr/>
            <p:nvPr/>
          </p:nvSpPr>
          <p:spPr>
            <a:xfrm>
              <a:off x="0" y="0"/>
              <a:ext cx="801621" cy="812800"/>
            </a:xfrm>
            <a:custGeom>
              <a:avLst/>
              <a:gdLst/>
              <a:ahLst/>
              <a:cxnLst/>
              <a:rect l="l" t="t" r="r" b="b"/>
              <a:pathLst>
                <a:path w="801621" h="812800" extrusionOk="0">
                  <a:moveTo>
                    <a:pt x="267351" y="19070"/>
                  </a:moveTo>
                  <a:cubicBezTo>
                    <a:pt x="308316" y="7556"/>
                    <a:pt x="355170" y="0"/>
                    <a:pt x="401026" y="0"/>
                  </a:cubicBezTo>
                  <a:cubicBezTo>
                    <a:pt x="446884" y="0"/>
                    <a:pt x="491010" y="6476"/>
                    <a:pt x="531673" y="17990"/>
                  </a:cubicBezTo>
                  <a:cubicBezTo>
                    <a:pt x="532540" y="18350"/>
                    <a:pt x="533405" y="18350"/>
                    <a:pt x="534269" y="18710"/>
                  </a:cubicBezTo>
                  <a:cubicBezTo>
                    <a:pt x="686980" y="64765"/>
                    <a:pt x="799458" y="186379"/>
                    <a:pt x="801621" y="328502"/>
                  </a:cubicBezTo>
                  <a:lnTo>
                    <a:pt x="801621" y="812800"/>
                  </a:lnTo>
                  <a:lnTo>
                    <a:pt x="0" y="812800"/>
                  </a:lnTo>
                  <a:lnTo>
                    <a:pt x="0" y="328861"/>
                  </a:lnTo>
                  <a:cubicBezTo>
                    <a:pt x="2163" y="185660"/>
                    <a:pt x="112910" y="64045"/>
                    <a:pt x="267351" y="19070"/>
                  </a:cubicBezTo>
                  <a:close/>
                </a:path>
              </a:pathLst>
            </a:custGeom>
            <a:solidFill>
              <a:srgbClr val="A3CFF0"/>
            </a:solidFill>
            <a:ln>
              <a:noFill/>
            </a:ln>
          </p:spPr>
          <p:txBody>
            <a:bodyPr spcFirstLastPara="1" wrap="square" lIns="60950" tIns="60950" rIns="60950" bIns="60950" anchor="ctr" anchorCtr="0">
              <a:noAutofit/>
            </a:bodyPr>
            <a:lstStyle/>
            <a:p>
              <a:pPr defTabSz="609630">
                <a:buClr>
                  <a:srgbClr val="000000"/>
                </a:buClr>
              </a:pPr>
              <a:endParaRPr kumimoji="0" sz="933" kern="0">
                <a:solidFill>
                  <a:srgbClr val="000000"/>
                </a:solidFill>
                <a:latin typeface="Arial"/>
                <a:cs typeface="Arial"/>
                <a:sym typeface="Arial"/>
              </a:endParaRPr>
            </a:p>
          </p:txBody>
        </p:sp>
        <p:sp>
          <p:nvSpPr>
            <p:cNvPr id="274" name="Google Shape;274;p6">
              <a:extLst>
                <a:ext uri="{FF2B5EF4-FFF2-40B4-BE49-F238E27FC236}">
                  <a16:creationId xmlns:a16="http://schemas.microsoft.com/office/drawing/2014/main" id="{CDD2DDDC-E54E-D515-A498-FB90BE5078F2}"/>
                </a:ext>
              </a:extLst>
            </p:cNvPr>
            <p:cNvSpPr txBox="1"/>
            <p:nvPr/>
          </p:nvSpPr>
          <p:spPr>
            <a:xfrm>
              <a:off x="0" y="3175"/>
              <a:ext cx="801621" cy="809625"/>
            </a:xfrm>
            <a:prstGeom prst="rect">
              <a:avLst/>
            </a:prstGeom>
            <a:noFill/>
            <a:ln>
              <a:noFill/>
            </a:ln>
          </p:spPr>
          <p:txBody>
            <a:bodyPr spcFirstLastPara="1" wrap="square" lIns="33867" tIns="33867" rIns="33867" bIns="33867" anchor="ctr" anchorCtr="0">
              <a:noAutofit/>
            </a:bodyPr>
            <a:lstStyle/>
            <a:p>
              <a:pPr algn="ctr" defTabSz="609630">
                <a:lnSpc>
                  <a:spcPct val="218666"/>
                </a:lnSpc>
                <a:buClr>
                  <a:srgbClr val="000000"/>
                </a:buClr>
              </a:pPr>
              <a:endParaRPr kumimoji="0" sz="1200" kern="0">
                <a:solidFill>
                  <a:srgbClr val="000000"/>
                </a:solidFill>
                <a:latin typeface="Calibri"/>
                <a:ea typeface="Calibri"/>
                <a:cs typeface="Calibri"/>
                <a:sym typeface="Calibri"/>
              </a:endParaRPr>
            </a:p>
          </p:txBody>
        </p:sp>
      </p:grpSp>
      <p:sp>
        <p:nvSpPr>
          <p:cNvPr id="275" name="Google Shape;275;p6">
            <a:extLst>
              <a:ext uri="{FF2B5EF4-FFF2-40B4-BE49-F238E27FC236}">
                <a16:creationId xmlns:a16="http://schemas.microsoft.com/office/drawing/2014/main" id="{64F068B6-C078-CA29-30C3-399AF789B4E8}"/>
              </a:ext>
            </a:extLst>
          </p:cNvPr>
          <p:cNvSpPr/>
          <p:nvPr/>
        </p:nvSpPr>
        <p:spPr>
          <a:xfrm>
            <a:off x="0" y="6424101"/>
            <a:ext cx="12192000" cy="433899"/>
          </a:xfrm>
          <a:custGeom>
            <a:avLst/>
            <a:gdLst/>
            <a:ahLst/>
            <a:cxnLst/>
            <a:rect l="l" t="t" r="r" b="b"/>
            <a:pathLst>
              <a:path w="18288000" h="650849" extrusionOk="0">
                <a:moveTo>
                  <a:pt x="0" y="0"/>
                </a:moveTo>
                <a:lnTo>
                  <a:pt x="18288000" y="0"/>
                </a:lnTo>
                <a:lnTo>
                  <a:pt x="18288000" y="650849"/>
                </a:lnTo>
                <a:lnTo>
                  <a:pt x="0" y="650849"/>
                </a:lnTo>
                <a:lnTo>
                  <a:pt x="0" y="0"/>
                </a:lnTo>
                <a:close/>
              </a:path>
            </a:pathLst>
          </a:custGeom>
          <a:blipFill rotWithShape="1">
            <a:blip r:embed="rId3">
              <a:alphaModFix/>
            </a:blip>
            <a:stretch>
              <a:fillRect t="-1177556" b="-594403"/>
            </a:stretch>
          </a:blipFill>
          <a:ln>
            <a:noFill/>
          </a:ln>
        </p:spPr>
      </p:sp>
      <p:sp>
        <p:nvSpPr>
          <p:cNvPr id="276" name="Google Shape;276;p6">
            <a:extLst>
              <a:ext uri="{FF2B5EF4-FFF2-40B4-BE49-F238E27FC236}">
                <a16:creationId xmlns:a16="http://schemas.microsoft.com/office/drawing/2014/main" id="{DDD63F61-39CB-7922-70C6-F1542B36C193}"/>
              </a:ext>
            </a:extLst>
          </p:cNvPr>
          <p:cNvSpPr txBox="1"/>
          <p:nvPr/>
        </p:nvSpPr>
        <p:spPr>
          <a:xfrm>
            <a:off x="736446" y="592214"/>
            <a:ext cx="7534097" cy="823431"/>
          </a:xfrm>
          <a:prstGeom prst="rect">
            <a:avLst/>
          </a:prstGeom>
          <a:noFill/>
          <a:ln>
            <a:noFill/>
          </a:ln>
        </p:spPr>
        <p:txBody>
          <a:bodyPr spcFirstLastPara="1" wrap="square" lIns="0" tIns="0" rIns="0" bIns="0" anchor="t" anchorCtr="0">
            <a:spAutoFit/>
          </a:bodyPr>
          <a:lstStyle/>
          <a:p>
            <a:pPr defTabSz="609630">
              <a:lnSpc>
                <a:spcPct val="160007"/>
              </a:lnSpc>
              <a:buClr>
                <a:srgbClr val="000000"/>
              </a:buClr>
            </a:pPr>
            <a:r>
              <a:rPr kumimoji="0" lang="ja-JP" altLang="en-US" sz="3344" b="1" kern="0" dirty="0">
                <a:solidFill>
                  <a:srgbClr val="000000"/>
                </a:solidFill>
                <a:latin typeface="Arial"/>
                <a:ea typeface="Arial"/>
                <a:cs typeface="Arial"/>
                <a:sym typeface="Arial"/>
              </a:rPr>
              <a:t>全体ターゲットイメージ</a:t>
            </a:r>
            <a:endParaRPr kumimoji="0" sz="3344" b="1" kern="0" dirty="0">
              <a:solidFill>
                <a:srgbClr val="000000"/>
              </a:solidFill>
              <a:latin typeface="Arial"/>
              <a:ea typeface="Arial"/>
              <a:cs typeface="Arial"/>
              <a:sym typeface="Arial"/>
            </a:endParaRPr>
          </a:p>
        </p:txBody>
      </p:sp>
      <p:sp>
        <p:nvSpPr>
          <p:cNvPr id="24" name="楕円 23">
            <a:extLst>
              <a:ext uri="{FF2B5EF4-FFF2-40B4-BE49-F238E27FC236}">
                <a16:creationId xmlns:a16="http://schemas.microsoft.com/office/drawing/2014/main" id="{B8AF5DC5-4F3A-C904-A66D-E540FF66E533}"/>
              </a:ext>
            </a:extLst>
          </p:cNvPr>
          <p:cNvSpPr/>
          <p:nvPr/>
        </p:nvSpPr>
        <p:spPr>
          <a:xfrm>
            <a:off x="1206784" y="2077325"/>
            <a:ext cx="1638265" cy="35155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r>
              <a:rPr lang="en-US" altLang="ja-JP" sz="933" kern="0" dirty="0">
                <a:solidFill>
                  <a:srgbClr val="FFFFFF"/>
                </a:solidFill>
                <a:latin typeface="Arial"/>
                <a:ea typeface="ＭＳ Ｐゴシック" panose="020B0600070205080204" pitchFamily="50" charset="-128"/>
                <a:sym typeface="Arial"/>
              </a:rPr>
              <a:t>Swim</a:t>
            </a:r>
            <a:r>
              <a:rPr lang="ja-JP" altLang="en-US" sz="933" kern="0" dirty="0">
                <a:solidFill>
                  <a:srgbClr val="FFFFFF"/>
                </a:solidFill>
                <a:latin typeface="Arial"/>
                <a:ea typeface="ＭＳ Ｐゴシック" panose="020B0600070205080204" pitchFamily="50" charset="-128"/>
                <a:sym typeface="Arial"/>
              </a:rPr>
              <a:t> </a:t>
            </a:r>
            <a:r>
              <a:rPr lang="en-US" altLang="ja-JP" sz="933" kern="0" dirty="0">
                <a:solidFill>
                  <a:srgbClr val="FFFFFF"/>
                </a:solidFill>
                <a:latin typeface="Arial"/>
                <a:ea typeface="ＭＳ Ｐゴシック" panose="020B0600070205080204" pitchFamily="50" charset="-128"/>
                <a:sym typeface="Arial"/>
              </a:rPr>
              <a:t>Tracker</a:t>
            </a:r>
            <a:endParaRPr lang="ja-JP" altLang="en-US" sz="933" kern="0" dirty="0">
              <a:solidFill>
                <a:srgbClr val="FFFFFF"/>
              </a:solidFill>
              <a:latin typeface="Arial"/>
              <a:ea typeface="ＭＳ Ｐゴシック" panose="020B0600070205080204" pitchFamily="50" charset="-128"/>
              <a:sym typeface="Arial"/>
            </a:endParaRPr>
          </a:p>
        </p:txBody>
      </p:sp>
      <p:sp>
        <p:nvSpPr>
          <p:cNvPr id="2" name="楕円 1">
            <a:extLst>
              <a:ext uri="{FF2B5EF4-FFF2-40B4-BE49-F238E27FC236}">
                <a16:creationId xmlns:a16="http://schemas.microsoft.com/office/drawing/2014/main" id="{A3C436D9-1DD0-6DAD-70BD-7B998B9D8829}"/>
              </a:ext>
            </a:extLst>
          </p:cNvPr>
          <p:cNvSpPr/>
          <p:nvPr/>
        </p:nvSpPr>
        <p:spPr>
          <a:xfrm>
            <a:off x="1203717" y="4128628"/>
            <a:ext cx="1638265" cy="351556"/>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r>
              <a:rPr lang="en-US" altLang="ja-JP" sz="933" kern="0" dirty="0" err="1">
                <a:solidFill>
                  <a:srgbClr val="FFFFFF"/>
                </a:solidFill>
                <a:latin typeface="Arial"/>
                <a:ea typeface="ＭＳ Ｐゴシック" panose="020B0600070205080204" pitchFamily="50" charset="-128"/>
                <a:sym typeface="Arial"/>
              </a:rPr>
              <a:t>SchoolBoost</a:t>
            </a:r>
            <a:r>
              <a:rPr lang="en-US" altLang="ja-JP" sz="933" kern="0" dirty="0">
                <a:solidFill>
                  <a:srgbClr val="FFFFFF"/>
                </a:solidFill>
                <a:latin typeface="Arial"/>
                <a:ea typeface="ＭＳ Ｐゴシック" panose="020B0600070205080204" pitchFamily="50" charset="-128"/>
                <a:sym typeface="Arial"/>
              </a:rPr>
              <a:t> AI</a:t>
            </a:r>
            <a:endParaRPr lang="ja-JP" altLang="en-US" sz="933" kern="0" dirty="0">
              <a:solidFill>
                <a:srgbClr val="FFFFFF"/>
              </a:solidFill>
              <a:latin typeface="Arial"/>
              <a:ea typeface="ＭＳ Ｐゴシック" panose="020B0600070205080204" pitchFamily="50" charset="-128"/>
              <a:sym typeface="Arial"/>
            </a:endParaRPr>
          </a:p>
        </p:txBody>
      </p:sp>
      <p:sp>
        <p:nvSpPr>
          <p:cNvPr id="3" name="楕円 2">
            <a:extLst>
              <a:ext uri="{FF2B5EF4-FFF2-40B4-BE49-F238E27FC236}">
                <a16:creationId xmlns:a16="http://schemas.microsoft.com/office/drawing/2014/main" id="{E0B50483-B31B-BCD0-C092-E41502A0140E}"/>
              </a:ext>
            </a:extLst>
          </p:cNvPr>
          <p:cNvSpPr/>
          <p:nvPr/>
        </p:nvSpPr>
        <p:spPr>
          <a:xfrm>
            <a:off x="1206006" y="3064894"/>
            <a:ext cx="1638265" cy="35155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r>
              <a:rPr lang="en-US" altLang="ja-JP" sz="933" kern="0" dirty="0">
                <a:solidFill>
                  <a:srgbClr val="FFFFFF"/>
                </a:solidFill>
                <a:latin typeface="Arial"/>
                <a:ea typeface="ＭＳ Ｐゴシック" panose="020B0600070205080204" pitchFamily="50" charset="-128"/>
                <a:sym typeface="Arial"/>
              </a:rPr>
              <a:t>Rangers</a:t>
            </a:r>
            <a:endParaRPr lang="ja-JP" altLang="en-US" sz="933" kern="0" dirty="0">
              <a:solidFill>
                <a:srgbClr val="FFFFFF"/>
              </a:solidFill>
              <a:latin typeface="Arial"/>
              <a:ea typeface="ＭＳ Ｐゴシック" panose="020B0600070205080204" pitchFamily="50" charset="-128"/>
              <a:sym typeface="Arial"/>
            </a:endParaRPr>
          </a:p>
        </p:txBody>
      </p:sp>
      <p:sp>
        <p:nvSpPr>
          <p:cNvPr id="5" name="楕円 4">
            <a:extLst>
              <a:ext uri="{FF2B5EF4-FFF2-40B4-BE49-F238E27FC236}">
                <a16:creationId xmlns:a16="http://schemas.microsoft.com/office/drawing/2014/main" id="{01CCAAE0-E7E6-9945-5D1F-EA34D781A404}"/>
              </a:ext>
            </a:extLst>
          </p:cNvPr>
          <p:cNvSpPr/>
          <p:nvPr/>
        </p:nvSpPr>
        <p:spPr>
          <a:xfrm>
            <a:off x="1203717" y="5279318"/>
            <a:ext cx="1638265" cy="351556"/>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r>
              <a:rPr lang="ja-JP" altLang="en-US" sz="933" kern="0" dirty="0">
                <a:solidFill>
                  <a:srgbClr val="FFFFFF"/>
                </a:solidFill>
                <a:latin typeface="Arial"/>
                <a:ea typeface="ＭＳ Ｐゴシック" panose="020B0600070205080204" pitchFamily="50" charset="-128"/>
                <a:sym typeface="Arial"/>
              </a:rPr>
              <a:t>スーパー支配人</a:t>
            </a:r>
          </a:p>
        </p:txBody>
      </p:sp>
      <p:sp>
        <p:nvSpPr>
          <p:cNvPr id="12" name="Google Shape;287;p6">
            <a:extLst>
              <a:ext uri="{FF2B5EF4-FFF2-40B4-BE49-F238E27FC236}">
                <a16:creationId xmlns:a16="http://schemas.microsoft.com/office/drawing/2014/main" id="{EA212817-26A3-E60A-87FC-048CD0618722}"/>
              </a:ext>
            </a:extLst>
          </p:cNvPr>
          <p:cNvSpPr txBox="1"/>
          <p:nvPr/>
        </p:nvSpPr>
        <p:spPr>
          <a:xfrm>
            <a:off x="1175503" y="1736020"/>
            <a:ext cx="2540000" cy="242054"/>
          </a:xfrm>
          <a:prstGeom prst="rect">
            <a:avLst/>
          </a:prstGeom>
          <a:noFill/>
          <a:ln>
            <a:noFill/>
          </a:ln>
        </p:spPr>
        <p:txBody>
          <a:bodyPr spcFirstLastPara="1" wrap="square" lIns="0" tIns="0" rIns="0" bIns="0" anchor="t" anchorCtr="0">
            <a:spAutoFit/>
          </a:bodyPr>
          <a:lstStyle/>
          <a:p>
            <a:pPr defTabSz="609630">
              <a:lnSpc>
                <a:spcPct val="118222"/>
              </a:lnSpc>
              <a:buClr>
                <a:srgbClr val="000000"/>
              </a:buClr>
            </a:pPr>
            <a:r>
              <a:rPr kumimoji="0" lang="ja-JP" altLang="en-US" sz="1333" b="1" kern="0" dirty="0">
                <a:solidFill>
                  <a:srgbClr val="0C4875"/>
                </a:solidFill>
                <a:latin typeface="Arial"/>
                <a:cs typeface="Arial"/>
                <a:sym typeface="Arial"/>
              </a:rPr>
              <a:t>第一フェーズ　（</a:t>
            </a:r>
            <a:r>
              <a:rPr kumimoji="0" lang="en-US" altLang="ja-JP" sz="1333" b="1" kern="0" dirty="0">
                <a:solidFill>
                  <a:srgbClr val="0C4875"/>
                </a:solidFill>
                <a:latin typeface="Arial"/>
                <a:cs typeface="Arial"/>
                <a:sym typeface="Arial"/>
              </a:rPr>
              <a:t>6</a:t>
            </a:r>
            <a:r>
              <a:rPr kumimoji="0" lang="ja-JP" altLang="en-US" sz="1333" b="1" kern="0" dirty="0">
                <a:solidFill>
                  <a:srgbClr val="0C4875"/>
                </a:solidFill>
                <a:latin typeface="Arial"/>
                <a:cs typeface="Arial"/>
                <a:sym typeface="Arial"/>
              </a:rPr>
              <a:t>月～）</a:t>
            </a:r>
            <a:endParaRPr kumimoji="0" sz="1333" b="1" kern="0" dirty="0">
              <a:solidFill>
                <a:srgbClr val="0C4875"/>
              </a:solidFill>
              <a:latin typeface="Arial"/>
              <a:ea typeface="Arial"/>
              <a:cs typeface="Arial"/>
              <a:sym typeface="Arial"/>
            </a:endParaRPr>
          </a:p>
        </p:txBody>
      </p:sp>
      <p:sp>
        <p:nvSpPr>
          <p:cNvPr id="13" name="楕円 12">
            <a:extLst>
              <a:ext uri="{FF2B5EF4-FFF2-40B4-BE49-F238E27FC236}">
                <a16:creationId xmlns:a16="http://schemas.microsoft.com/office/drawing/2014/main" id="{78F5FB13-B495-07EE-D3F0-8BA8E291A194}"/>
              </a:ext>
            </a:extLst>
          </p:cNvPr>
          <p:cNvSpPr/>
          <p:nvPr/>
        </p:nvSpPr>
        <p:spPr>
          <a:xfrm>
            <a:off x="9247529" y="3464511"/>
            <a:ext cx="1638265" cy="6998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r>
              <a:rPr lang="en-US" altLang="ja-JP" sz="933" kern="0" dirty="0" err="1">
                <a:solidFill>
                  <a:srgbClr val="FFFFFF"/>
                </a:solidFill>
                <a:latin typeface="Arial"/>
                <a:ea typeface="ＭＳ Ｐゴシック" panose="020B0600070205080204" pitchFamily="50" charset="-128"/>
                <a:sym typeface="Arial"/>
              </a:rPr>
              <a:t>SwimOS</a:t>
            </a:r>
            <a:r>
              <a:rPr lang="en-US" altLang="ja-JP" sz="933" kern="0" dirty="0">
                <a:solidFill>
                  <a:srgbClr val="FFFFFF"/>
                </a:solidFill>
                <a:latin typeface="Arial"/>
                <a:ea typeface="ＭＳ Ｐゴシック" panose="020B0600070205080204" pitchFamily="50" charset="-128"/>
                <a:sym typeface="Arial"/>
              </a:rPr>
              <a:t> </a:t>
            </a:r>
            <a:endParaRPr lang="ja-JP" altLang="en-US" sz="933" kern="0" dirty="0">
              <a:solidFill>
                <a:srgbClr val="FFFFFF"/>
              </a:solidFill>
              <a:latin typeface="Arial"/>
              <a:ea typeface="ＭＳ Ｐゴシック" panose="020B0600070205080204" pitchFamily="50" charset="-128"/>
              <a:sym typeface="Arial"/>
            </a:endParaRPr>
          </a:p>
        </p:txBody>
      </p:sp>
      <p:sp>
        <p:nvSpPr>
          <p:cNvPr id="17" name="楕円 16">
            <a:extLst>
              <a:ext uri="{FF2B5EF4-FFF2-40B4-BE49-F238E27FC236}">
                <a16:creationId xmlns:a16="http://schemas.microsoft.com/office/drawing/2014/main" id="{6767C2DE-9DE7-A1B6-A22A-EF51A0A98613}"/>
              </a:ext>
            </a:extLst>
          </p:cNvPr>
          <p:cNvSpPr/>
          <p:nvPr/>
        </p:nvSpPr>
        <p:spPr>
          <a:xfrm>
            <a:off x="5231961" y="2365059"/>
            <a:ext cx="1638265" cy="69983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r>
              <a:rPr lang="en-US" altLang="ja-JP" sz="933" kern="0" dirty="0">
                <a:solidFill>
                  <a:srgbClr val="FFFFFF"/>
                </a:solidFill>
                <a:latin typeface="Arial"/>
                <a:ea typeface="ＭＳ Ｐゴシック" panose="020B0600070205080204" pitchFamily="50" charset="-128"/>
                <a:sym typeface="Arial"/>
              </a:rPr>
              <a:t>Swimmers Pro </a:t>
            </a:r>
            <a:endParaRPr lang="ja-JP" altLang="en-US" sz="933" kern="0" dirty="0">
              <a:solidFill>
                <a:srgbClr val="FFFFFF"/>
              </a:solidFill>
              <a:latin typeface="Arial"/>
              <a:ea typeface="ＭＳ Ｐゴシック" panose="020B0600070205080204" pitchFamily="50" charset="-128"/>
              <a:sym typeface="Arial"/>
            </a:endParaRPr>
          </a:p>
        </p:txBody>
      </p:sp>
      <p:sp>
        <p:nvSpPr>
          <p:cNvPr id="19" name="楕円 18">
            <a:extLst>
              <a:ext uri="{FF2B5EF4-FFF2-40B4-BE49-F238E27FC236}">
                <a16:creationId xmlns:a16="http://schemas.microsoft.com/office/drawing/2014/main" id="{1B0A9958-4718-55B1-63B4-DF6C57BEC430}"/>
              </a:ext>
            </a:extLst>
          </p:cNvPr>
          <p:cNvSpPr/>
          <p:nvPr/>
        </p:nvSpPr>
        <p:spPr>
          <a:xfrm>
            <a:off x="5231961" y="4645838"/>
            <a:ext cx="1638265" cy="699835"/>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r>
              <a:rPr lang="en-US" altLang="ja-JP" sz="933" kern="0" dirty="0">
                <a:solidFill>
                  <a:srgbClr val="FFFFFF"/>
                </a:solidFill>
                <a:latin typeface="Arial"/>
                <a:ea typeface="ＭＳ Ｐゴシック" panose="020B0600070205080204" pitchFamily="50" charset="-128"/>
                <a:sym typeface="Arial"/>
              </a:rPr>
              <a:t>Swim boost </a:t>
            </a:r>
            <a:endParaRPr lang="ja-JP" altLang="en-US" sz="933" kern="0" dirty="0">
              <a:solidFill>
                <a:srgbClr val="FFFFFF"/>
              </a:solidFill>
              <a:latin typeface="Arial"/>
              <a:ea typeface="ＭＳ Ｐゴシック" panose="020B0600070205080204" pitchFamily="50" charset="-128"/>
              <a:sym typeface="Arial"/>
            </a:endParaRPr>
          </a:p>
        </p:txBody>
      </p:sp>
      <p:sp>
        <p:nvSpPr>
          <p:cNvPr id="20" name="Google Shape;276;p6">
            <a:extLst>
              <a:ext uri="{FF2B5EF4-FFF2-40B4-BE49-F238E27FC236}">
                <a16:creationId xmlns:a16="http://schemas.microsoft.com/office/drawing/2014/main" id="{4DAF1A20-0EAE-05A2-AE38-A0ED3A5F12F7}"/>
              </a:ext>
            </a:extLst>
          </p:cNvPr>
          <p:cNvSpPr txBox="1"/>
          <p:nvPr/>
        </p:nvSpPr>
        <p:spPr>
          <a:xfrm>
            <a:off x="1206006" y="2574993"/>
            <a:ext cx="3348250" cy="229678"/>
          </a:xfrm>
          <a:prstGeom prst="rect">
            <a:avLst/>
          </a:prstGeom>
          <a:noFill/>
          <a:ln>
            <a:noFill/>
          </a:ln>
        </p:spPr>
        <p:txBody>
          <a:bodyPr spcFirstLastPara="1" wrap="square" lIns="0" tIns="0" rIns="0" bIns="0" anchor="t" anchorCtr="0">
            <a:spAutoFit/>
          </a:bodyPr>
          <a:lstStyle/>
          <a:p>
            <a:pPr defTabSz="609630">
              <a:lnSpc>
                <a:spcPct val="160007"/>
              </a:lnSpc>
              <a:buClr>
                <a:srgbClr val="000000"/>
              </a:buClr>
            </a:pPr>
            <a:r>
              <a:rPr kumimoji="0" lang="ja-JP" altLang="en-US" sz="933" b="1" kern="0" dirty="0">
                <a:solidFill>
                  <a:srgbClr val="000000"/>
                </a:solidFill>
                <a:latin typeface="Arial"/>
                <a:ea typeface="Arial"/>
                <a:cs typeface="Arial"/>
                <a:sym typeface="Arial"/>
              </a:rPr>
              <a:t>マスターズや選手から試験的に使ってもらいプロダクト改善</a:t>
            </a:r>
            <a:endParaRPr kumimoji="0" sz="933" b="1" kern="0" dirty="0">
              <a:solidFill>
                <a:srgbClr val="000000"/>
              </a:solidFill>
              <a:latin typeface="Arial"/>
              <a:ea typeface="Arial"/>
              <a:cs typeface="Arial"/>
              <a:sym typeface="Arial"/>
            </a:endParaRPr>
          </a:p>
        </p:txBody>
      </p:sp>
      <p:sp>
        <p:nvSpPr>
          <p:cNvPr id="21" name="Google Shape;276;p6">
            <a:extLst>
              <a:ext uri="{FF2B5EF4-FFF2-40B4-BE49-F238E27FC236}">
                <a16:creationId xmlns:a16="http://schemas.microsoft.com/office/drawing/2014/main" id="{861B4B04-5549-E0E6-9F0B-A9A52C195ADF}"/>
              </a:ext>
            </a:extLst>
          </p:cNvPr>
          <p:cNvSpPr txBox="1"/>
          <p:nvPr/>
        </p:nvSpPr>
        <p:spPr>
          <a:xfrm>
            <a:off x="1206005" y="3572469"/>
            <a:ext cx="3348250" cy="229678"/>
          </a:xfrm>
          <a:prstGeom prst="rect">
            <a:avLst/>
          </a:prstGeom>
          <a:noFill/>
          <a:ln>
            <a:noFill/>
          </a:ln>
        </p:spPr>
        <p:txBody>
          <a:bodyPr spcFirstLastPara="1" wrap="square" lIns="0" tIns="0" rIns="0" bIns="0" anchor="t" anchorCtr="0">
            <a:spAutoFit/>
          </a:bodyPr>
          <a:lstStyle/>
          <a:p>
            <a:pPr defTabSz="609630">
              <a:lnSpc>
                <a:spcPct val="160007"/>
              </a:lnSpc>
              <a:buClr>
                <a:srgbClr val="000000"/>
              </a:buClr>
            </a:pPr>
            <a:r>
              <a:rPr kumimoji="0" lang="ja-JP" altLang="en-US" sz="933" b="1" kern="0" dirty="0">
                <a:solidFill>
                  <a:srgbClr val="000000"/>
                </a:solidFill>
                <a:latin typeface="Arial"/>
                <a:ea typeface="Arial"/>
                <a:cs typeface="Arial"/>
                <a:sym typeface="Arial"/>
              </a:rPr>
              <a:t>マスターズからプラットフォーム登録してもらう営業開始</a:t>
            </a:r>
            <a:endParaRPr kumimoji="0" lang="en-US" altLang="ja-JP" sz="933" b="1" kern="0" dirty="0">
              <a:solidFill>
                <a:srgbClr val="000000"/>
              </a:solidFill>
              <a:latin typeface="Arial"/>
              <a:ea typeface="Arial"/>
              <a:cs typeface="Arial"/>
              <a:sym typeface="Arial"/>
            </a:endParaRPr>
          </a:p>
        </p:txBody>
      </p:sp>
      <p:sp>
        <p:nvSpPr>
          <p:cNvPr id="22" name="Google Shape;276;p6">
            <a:extLst>
              <a:ext uri="{FF2B5EF4-FFF2-40B4-BE49-F238E27FC236}">
                <a16:creationId xmlns:a16="http://schemas.microsoft.com/office/drawing/2014/main" id="{864E522F-1130-9E57-7D4B-0198D96CE5EE}"/>
              </a:ext>
            </a:extLst>
          </p:cNvPr>
          <p:cNvSpPr txBox="1"/>
          <p:nvPr/>
        </p:nvSpPr>
        <p:spPr>
          <a:xfrm>
            <a:off x="1203717" y="4645838"/>
            <a:ext cx="3530222" cy="229678"/>
          </a:xfrm>
          <a:prstGeom prst="rect">
            <a:avLst/>
          </a:prstGeom>
          <a:noFill/>
          <a:ln>
            <a:noFill/>
          </a:ln>
        </p:spPr>
        <p:txBody>
          <a:bodyPr spcFirstLastPara="1" wrap="square" lIns="0" tIns="0" rIns="0" bIns="0" anchor="t" anchorCtr="0">
            <a:spAutoFit/>
          </a:bodyPr>
          <a:lstStyle/>
          <a:p>
            <a:pPr defTabSz="609630">
              <a:lnSpc>
                <a:spcPct val="160007"/>
              </a:lnSpc>
              <a:buClr>
                <a:srgbClr val="000000"/>
              </a:buClr>
            </a:pPr>
            <a:r>
              <a:rPr kumimoji="0" lang="ja-JP" altLang="en-US" sz="933" b="1" kern="0" dirty="0">
                <a:solidFill>
                  <a:srgbClr val="000000"/>
                </a:solidFill>
                <a:latin typeface="Arial"/>
                <a:ea typeface="Arial"/>
                <a:cs typeface="Arial"/>
                <a:sym typeface="Arial"/>
              </a:rPr>
              <a:t>管理ツール未導入校に提案＆スーパー支配人と抱き合わせで販売</a:t>
            </a:r>
            <a:endParaRPr kumimoji="0" sz="933" b="1" kern="0" dirty="0">
              <a:solidFill>
                <a:srgbClr val="000000"/>
              </a:solidFill>
              <a:latin typeface="Arial"/>
              <a:ea typeface="Arial"/>
              <a:cs typeface="Arial"/>
              <a:sym typeface="Arial"/>
            </a:endParaRPr>
          </a:p>
        </p:txBody>
      </p:sp>
      <p:sp>
        <p:nvSpPr>
          <p:cNvPr id="25" name="Google Shape;276;p6">
            <a:extLst>
              <a:ext uri="{FF2B5EF4-FFF2-40B4-BE49-F238E27FC236}">
                <a16:creationId xmlns:a16="http://schemas.microsoft.com/office/drawing/2014/main" id="{E14E0D4D-4D24-50D7-AC98-AF27A1D08004}"/>
              </a:ext>
            </a:extLst>
          </p:cNvPr>
          <p:cNvSpPr txBox="1"/>
          <p:nvPr/>
        </p:nvSpPr>
        <p:spPr>
          <a:xfrm>
            <a:off x="1203716" y="5837863"/>
            <a:ext cx="3530222" cy="229678"/>
          </a:xfrm>
          <a:prstGeom prst="rect">
            <a:avLst/>
          </a:prstGeom>
          <a:noFill/>
          <a:ln>
            <a:noFill/>
          </a:ln>
        </p:spPr>
        <p:txBody>
          <a:bodyPr spcFirstLastPara="1" wrap="square" lIns="0" tIns="0" rIns="0" bIns="0" anchor="t" anchorCtr="0">
            <a:spAutoFit/>
          </a:bodyPr>
          <a:lstStyle/>
          <a:p>
            <a:pPr defTabSz="609630">
              <a:lnSpc>
                <a:spcPct val="160007"/>
              </a:lnSpc>
              <a:buClr>
                <a:srgbClr val="000000"/>
              </a:buClr>
            </a:pPr>
            <a:r>
              <a:rPr kumimoji="0" lang="ja-JP" altLang="en-US" sz="933" b="1" kern="0" dirty="0">
                <a:solidFill>
                  <a:srgbClr val="000000"/>
                </a:solidFill>
                <a:latin typeface="Arial"/>
                <a:cs typeface="Arial"/>
                <a:sym typeface="Arial"/>
              </a:rPr>
              <a:t>営業してみる</a:t>
            </a:r>
            <a:endParaRPr kumimoji="0" sz="933" b="1" kern="0" dirty="0">
              <a:solidFill>
                <a:srgbClr val="000000"/>
              </a:solidFill>
              <a:latin typeface="Arial"/>
              <a:ea typeface="Arial"/>
              <a:cs typeface="Arial"/>
              <a:sym typeface="Arial"/>
            </a:endParaRPr>
          </a:p>
        </p:txBody>
      </p:sp>
      <p:sp>
        <p:nvSpPr>
          <p:cNvPr id="30" name="Google Shape;276;p6">
            <a:extLst>
              <a:ext uri="{FF2B5EF4-FFF2-40B4-BE49-F238E27FC236}">
                <a16:creationId xmlns:a16="http://schemas.microsoft.com/office/drawing/2014/main" id="{A2D7B96B-2836-66BE-CA9F-DC3A83FF50F3}"/>
              </a:ext>
            </a:extLst>
          </p:cNvPr>
          <p:cNvSpPr txBox="1"/>
          <p:nvPr/>
        </p:nvSpPr>
        <p:spPr>
          <a:xfrm>
            <a:off x="4993549" y="3186152"/>
            <a:ext cx="3348250" cy="459357"/>
          </a:xfrm>
          <a:prstGeom prst="rect">
            <a:avLst/>
          </a:prstGeom>
          <a:noFill/>
          <a:ln>
            <a:noFill/>
          </a:ln>
        </p:spPr>
        <p:txBody>
          <a:bodyPr spcFirstLastPara="1" wrap="square" lIns="0" tIns="0" rIns="0" bIns="0" anchor="t" anchorCtr="0">
            <a:spAutoFit/>
          </a:bodyPr>
          <a:lstStyle/>
          <a:p>
            <a:pPr defTabSz="609630">
              <a:lnSpc>
                <a:spcPct val="160007"/>
              </a:lnSpc>
              <a:buClr>
                <a:srgbClr val="000000"/>
              </a:buClr>
            </a:pPr>
            <a:r>
              <a:rPr kumimoji="0" lang="ja-JP" altLang="en-US" sz="933" b="1" kern="0" dirty="0">
                <a:solidFill>
                  <a:srgbClr val="000000"/>
                </a:solidFill>
                <a:latin typeface="Arial"/>
                <a:ea typeface="Arial"/>
                <a:cs typeface="Arial"/>
                <a:sym typeface="Arial"/>
              </a:rPr>
              <a:t>機能改善を繰り返して</a:t>
            </a:r>
            <a:r>
              <a:rPr kumimoji="0" lang="en-US" altLang="ja-JP" sz="933" b="1" kern="0" dirty="0">
                <a:solidFill>
                  <a:srgbClr val="000000"/>
                </a:solidFill>
                <a:latin typeface="Arial"/>
                <a:ea typeface="Arial"/>
                <a:cs typeface="Arial"/>
                <a:sym typeface="Arial"/>
              </a:rPr>
              <a:t>2</a:t>
            </a:r>
            <a:r>
              <a:rPr kumimoji="0" lang="ja-JP" altLang="en-US" sz="933" b="1" kern="0" dirty="0">
                <a:solidFill>
                  <a:srgbClr val="000000"/>
                </a:solidFill>
                <a:latin typeface="Arial"/>
                <a:ea typeface="Arial"/>
                <a:cs typeface="Arial"/>
                <a:sym typeface="Arial"/>
              </a:rPr>
              <a:t>機能を統合</a:t>
            </a:r>
            <a:r>
              <a:rPr kumimoji="0" lang="ja-JP" altLang="en-US" sz="933" b="1" kern="0" dirty="0">
                <a:solidFill>
                  <a:srgbClr val="000000"/>
                </a:solidFill>
                <a:latin typeface="Arial"/>
                <a:cs typeface="Arial"/>
                <a:sym typeface="Arial"/>
              </a:rPr>
              <a:t>。販売開始</a:t>
            </a:r>
            <a:endParaRPr kumimoji="0" lang="en-US" altLang="ja-JP" sz="933" b="1" kern="0" dirty="0">
              <a:solidFill>
                <a:srgbClr val="000000"/>
              </a:solidFill>
              <a:latin typeface="Arial"/>
              <a:ea typeface="Arial"/>
              <a:cs typeface="Arial"/>
              <a:sym typeface="Arial"/>
            </a:endParaRPr>
          </a:p>
          <a:p>
            <a:pPr defTabSz="609630">
              <a:lnSpc>
                <a:spcPct val="160007"/>
              </a:lnSpc>
              <a:buClr>
                <a:srgbClr val="000000"/>
              </a:buClr>
            </a:pPr>
            <a:endParaRPr kumimoji="0" sz="933" b="1" kern="0" dirty="0">
              <a:solidFill>
                <a:srgbClr val="000000"/>
              </a:solidFill>
              <a:latin typeface="Arial"/>
              <a:ea typeface="Arial"/>
              <a:cs typeface="Arial"/>
              <a:sym typeface="Arial"/>
            </a:endParaRPr>
          </a:p>
        </p:txBody>
      </p:sp>
      <p:sp>
        <p:nvSpPr>
          <p:cNvPr id="31" name="Google Shape;276;p6">
            <a:extLst>
              <a:ext uri="{FF2B5EF4-FFF2-40B4-BE49-F238E27FC236}">
                <a16:creationId xmlns:a16="http://schemas.microsoft.com/office/drawing/2014/main" id="{D5A4EAF7-F4E8-ECC3-91B0-82499D0D602C}"/>
              </a:ext>
            </a:extLst>
          </p:cNvPr>
          <p:cNvSpPr txBox="1"/>
          <p:nvPr/>
        </p:nvSpPr>
        <p:spPr>
          <a:xfrm>
            <a:off x="4993548" y="5473338"/>
            <a:ext cx="3348250" cy="689035"/>
          </a:xfrm>
          <a:prstGeom prst="rect">
            <a:avLst/>
          </a:prstGeom>
          <a:noFill/>
          <a:ln>
            <a:noFill/>
          </a:ln>
        </p:spPr>
        <p:txBody>
          <a:bodyPr spcFirstLastPara="1" wrap="square" lIns="0" tIns="0" rIns="0" bIns="0" anchor="t" anchorCtr="0">
            <a:spAutoFit/>
          </a:bodyPr>
          <a:lstStyle/>
          <a:p>
            <a:pPr defTabSz="609630">
              <a:lnSpc>
                <a:spcPct val="160007"/>
              </a:lnSpc>
              <a:buClr>
                <a:srgbClr val="000000"/>
              </a:buClr>
            </a:pPr>
            <a:r>
              <a:rPr kumimoji="0" lang="ja-JP" altLang="en-US" sz="933" b="1" kern="0" dirty="0">
                <a:solidFill>
                  <a:srgbClr val="000000"/>
                </a:solidFill>
                <a:latin typeface="Arial"/>
                <a:cs typeface="Arial"/>
                <a:sym typeface="Arial"/>
              </a:rPr>
              <a:t>抱き合わせで販売可能。リプレイス対策（スコラプラスなどの競合から奪える準備完了）</a:t>
            </a:r>
            <a:endParaRPr kumimoji="0" lang="en-US" altLang="ja-JP" sz="933" b="1" kern="0" dirty="0">
              <a:solidFill>
                <a:srgbClr val="000000"/>
              </a:solidFill>
              <a:latin typeface="Arial"/>
              <a:ea typeface="Arial"/>
              <a:cs typeface="Arial"/>
              <a:sym typeface="Arial"/>
            </a:endParaRPr>
          </a:p>
          <a:p>
            <a:pPr defTabSz="609630">
              <a:lnSpc>
                <a:spcPct val="160007"/>
              </a:lnSpc>
              <a:buClr>
                <a:srgbClr val="000000"/>
              </a:buClr>
            </a:pPr>
            <a:endParaRPr kumimoji="0" sz="933" b="1" kern="0" dirty="0">
              <a:solidFill>
                <a:srgbClr val="000000"/>
              </a:solidFill>
              <a:latin typeface="Arial"/>
              <a:ea typeface="Arial"/>
              <a:cs typeface="Arial"/>
              <a:sym typeface="Arial"/>
            </a:endParaRPr>
          </a:p>
        </p:txBody>
      </p:sp>
      <p:sp>
        <p:nvSpPr>
          <p:cNvPr id="32" name="矢印: 右 31">
            <a:extLst>
              <a:ext uri="{FF2B5EF4-FFF2-40B4-BE49-F238E27FC236}">
                <a16:creationId xmlns:a16="http://schemas.microsoft.com/office/drawing/2014/main" id="{952FD98A-E906-8A30-2F80-CD4BDEADAD65}"/>
              </a:ext>
            </a:extLst>
          </p:cNvPr>
          <p:cNvSpPr/>
          <p:nvPr/>
        </p:nvSpPr>
        <p:spPr>
          <a:xfrm rot="1074496">
            <a:off x="3988036" y="2413134"/>
            <a:ext cx="1182624" cy="171658"/>
          </a:xfrm>
          <a:prstGeom prst="rightArrow">
            <a:avLst>
              <a:gd name="adj1" fmla="val 50000"/>
              <a:gd name="adj2" fmla="val 12392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endParaRPr lang="ja-JP" altLang="en-US" sz="933" kern="0">
              <a:solidFill>
                <a:srgbClr val="FFFFFF"/>
              </a:solidFill>
              <a:latin typeface="Arial"/>
              <a:ea typeface="ＭＳ Ｐゴシック" panose="020B0600070205080204" pitchFamily="50" charset="-128"/>
              <a:sym typeface="Arial"/>
            </a:endParaRPr>
          </a:p>
        </p:txBody>
      </p:sp>
      <p:sp>
        <p:nvSpPr>
          <p:cNvPr id="33" name="矢印: 右 32">
            <a:extLst>
              <a:ext uri="{FF2B5EF4-FFF2-40B4-BE49-F238E27FC236}">
                <a16:creationId xmlns:a16="http://schemas.microsoft.com/office/drawing/2014/main" id="{9589B984-8453-C55B-EDC6-5EFFBEF3D4B9}"/>
              </a:ext>
            </a:extLst>
          </p:cNvPr>
          <p:cNvSpPr/>
          <p:nvPr/>
        </p:nvSpPr>
        <p:spPr>
          <a:xfrm rot="21306016">
            <a:off x="3917051" y="2989423"/>
            <a:ext cx="1182624" cy="171658"/>
          </a:xfrm>
          <a:prstGeom prst="rightArrow">
            <a:avLst>
              <a:gd name="adj1" fmla="val 50000"/>
              <a:gd name="adj2" fmla="val 12392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endParaRPr lang="ja-JP" altLang="en-US" sz="933" kern="0">
              <a:solidFill>
                <a:srgbClr val="FFFFFF"/>
              </a:solidFill>
              <a:latin typeface="Arial"/>
              <a:ea typeface="ＭＳ Ｐゴシック" panose="020B0600070205080204" pitchFamily="50" charset="-128"/>
              <a:sym typeface="Arial"/>
            </a:endParaRPr>
          </a:p>
        </p:txBody>
      </p:sp>
      <p:sp>
        <p:nvSpPr>
          <p:cNvPr id="36" name="矢印: 右 35">
            <a:extLst>
              <a:ext uri="{FF2B5EF4-FFF2-40B4-BE49-F238E27FC236}">
                <a16:creationId xmlns:a16="http://schemas.microsoft.com/office/drawing/2014/main" id="{493650A6-69EE-2878-5B3E-F3E3421762C2}"/>
              </a:ext>
            </a:extLst>
          </p:cNvPr>
          <p:cNvSpPr/>
          <p:nvPr/>
        </p:nvSpPr>
        <p:spPr>
          <a:xfrm rot="1074496">
            <a:off x="4182251" y="4539710"/>
            <a:ext cx="1182624" cy="171658"/>
          </a:xfrm>
          <a:prstGeom prst="rightArrow">
            <a:avLst>
              <a:gd name="adj1" fmla="val 50000"/>
              <a:gd name="adj2" fmla="val 123920"/>
            </a:avLst>
          </a:prstGeom>
          <a:solidFill>
            <a:srgbClr val="F5EFE3"/>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endParaRPr lang="ja-JP" altLang="en-US" sz="933" kern="0">
              <a:solidFill>
                <a:srgbClr val="FFFFFF"/>
              </a:solidFill>
              <a:latin typeface="Arial"/>
              <a:ea typeface="ＭＳ Ｐゴシック" panose="020B0600070205080204" pitchFamily="50" charset="-128"/>
              <a:sym typeface="Arial"/>
            </a:endParaRPr>
          </a:p>
        </p:txBody>
      </p:sp>
      <p:sp>
        <p:nvSpPr>
          <p:cNvPr id="37" name="矢印: 右 36">
            <a:extLst>
              <a:ext uri="{FF2B5EF4-FFF2-40B4-BE49-F238E27FC236}">
                <a16:creationId xmlns:a16="http://schemas.microsoft.com/office/drawing/2014/main" id="{3514424E-4393-2932-DDF8-CA9D2DB13A17}"/>
              </a:ext>
            </a:extLst>
          </p:cNvPr>
          <p:cNvSpPr/>
          <p:nvPr/>
        </p:nvSpPr>
        <p:spPr>
          <a:xfrm rot="21306016">
            <a:off x="4044167" y="5105326"/>
            <a:ext cx="1182624" cy="171658"/>
          </a:xfrm>
          <a:prstGeom prst="rightArrow">
            <a:avLst>
              <a:gd name="adj1" fmla="val 50000"/>
              <a:gd name="adj2" fmla="val 123920"/>
            </a:avLst>
          </a:prstGeom>
          <a:solidFill>
            <a:srgbClr val="F5EFE3"/>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endParaRPr lang="ja-JP" altLang="en-US" sz="933" kern="0">
              <a:solidFill>
                <a:srgbClr val="FFFFFF"/>
              </a:solidFill>
              <a:latin typeface="Arial"/>
              <a:ea typeface="ＭＳ Ｐゴシック" panose="020B0600070205080204" pitchFamily="50" charset="-128"/>
              <a:sym typeface="Arial"/>
            </a:endParaRPr>
          </a:p>
        </p:txBody>
      </p:sp>
      <p:sp>
        <p:nvSpPr>
          <p:cNvPr id="39" name="矢印: 右 38">
            <a:extLst>
              <a:ext uri="{FF2B5EF4-FFF2-40B4-BE49-F238E27FC236}">
                <a16:creationId xmlns:a16="http://schemas.microsoft.com/office/drawing/2014/main" id="{2C200098-D95C-DB4D-8D04-9ECCE24C44C1}"/>
              </a:ext>
            </a:extLst>
          </p:cNvPr>
          <p:cNvSpPr/>
          <p:nvPr/>
        </p:nvSpPr>
        <p:spPr>
          <a:xfrm rot="20222136">
            <a:off x="7910701" y="4187310"/>
            <a:ext cx="1182624" cy="171658"/>
          </a:xfrm>
          <a:prstGeom prst="rightArrow">
            <a:avLst>
              <a:gd name="adj1" fmla="val 50000"/>
              <a:gd name="adj2" fmla="val 123920"/>
            </a:avLst>
          </a:prstGeom>
          <a:solidFill>
            <a:srgbClr val="F5EFE3"/>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endParaRPr lang="ja-JP" altLang="en-US" sz="933" kern="0">
              <a:solidFill>
                <a:srgbClr val="FFFFFF"/>
              </a:solidFill>
              <a:latin typeface="Arial"/>
              <a:ea typeface="ＭＳ Ｐゴシック" panose="020B0600070205080204" pitchFamily="50" charset="-128"/>
              <a:sym typeface="Arial"/>
            </a:endParaRPr>
          </a:p>
        </p:txBody>
      </p:sp>
      <p:sp>
        <p:nvSpPr>
          <p:cNvPr id="40" name="矢印: 右 39">
            <a:extLst>
              <a:ext uri="{FF2B5EF4-FFF2-40B4-BE49-F238E27FC236}">
                <a16:creationId xmlns:a16="http://schemas.microsoft.com/office/drawing/2014/main" id="{446996C9-DD99-0956-AAC3-1CA2D39D1972}"/>
              </a:ext>
            </a:extLst>
          </p:cNvPr>
          <p:cNvSpPr/>
          <p:nvPr/>
        </p:nvSpPr>
        <p:spPr>
          <a:xfrm rot="1074496">
            <a:off x="7882981" y="3323565"/>
            <a:ext cx="1182624" cy="171658"/>
          </a:xfrm>
          <a:prstGeom prst="rightArrow">
            <a:avLst>
              <a:gd name="adj1" fmla="val 50000"/>
              <a:gd name="adj2" fmla="val 12392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buClr>
                <a:srgbClr val="000000"/>
              </a:buClr>
            </a:pPr>
            <a:endParaRPr lang="ja-JP" altLang="en-US" sz="933" kern="0">
              <a:solidFill>
                <a:srgbClr val="FFFFFF"/>
              </a:solidFill>
              <a:latin typeface="Arial"/>
              <a:ea typeface="ＭＳ Ｐゴシック" panose="020B0600070205080204" pitchFamily="50" charset="-128"/>
              <a:sym typeface="Arial"/>
            </a:endParaRPr>
          </a:p>
        </p:txBody>
      </p:sp>
      <p:sp>
        <p:nvSpPr>
          <p:cNvPr id="41" name="Google Shape;276;p6">
            <a:extLst>
              <a:ext uri="{FF2B5EF4-FFF2-40B4-BE49-F238E27FC236}">
                <a16:creationId xmlns:a16="http://schemas.microsoft.com/office/drawing/2014/main" id="{4A14534D-323B-015A-B532-1F42E2CFB48B}"/>
              </a:ext>
            </a:extLst>
          </p:cNvPr>
          <p:cNvSpPr txBox="1"/>
          <p:nvPr/>
        </p:nvSpPr>
        <p:spPr>
          <a:xfrm>
            <a:off x="8762265" y="4381934"/>
            <a:ext cx="3348250" cy="459357"/>
          </a:xfrm>
          <a:prstGeom prst="rect">
            <a:avLst/>
          </a:prstGeom>
          <a:noFill/>
          <a:ln>
            <a:noFill/>
          </a:ln>
        </p:spPr>
        <p:txBody>
          <a:bodyPr spcFirstLastPara="1" wrap="square" lIns="0" tIns="0" rIns="0" bIns="0" anchor="t" anchorCtr="0">
            <a:spAutoFit/>
          </a:bodyPr>
          <a:lstStyle/>
          <a:p>
            <a:pPr defTabSz="609630">
              <a:lnSpc>
                <a:spcPct val="160007"/>
              </a:lnSpc>
              <a:buClr>
                <a:srgbClr val="000000"/>
              </a:buClr>
            </a:pPr>
            <a:r>
              <a:rPr kumimoji="0" lang="ja-JP" altLang="en-US" sz="933" b="1" kern="0" dirty="0">
                <a:solidFill>
                  <a:srgbClr val="000000"/>
                </a:solidFill>
                <a:latin typeface="Arial"/>
                <a:ea typeface="Arial"/>
                <a:cs typeface="Arial"/>
                <a:sym typeface="Arial"/>
              </a:rPr>
              <a:t>完全統合しスイミング市場をすべて一つのアプリで</a:t>
            </a:r>
            <a:endParaRPr kumimoji="0" lang="en-US" altLang="ja-JP" sz="933" b="1" kern="0" dirty="0">
              <a:solidFill>
                <a:srgbClr val="000000"/>
              </a:solidFill>
              <a:latin typeface="Arial"/>
              <a:ea typeface="Arial"/>
              <a:cs typeface="Arial"/>
              <a:sym typeface="Arial"/>
            </a:endParaRPr>
          </a:p>
          <a:p>
            <a:pPr defTabSz="609630">
              <a:lnSpc>
                <a:spcPct val="160007"/>
              </a:lnSpc>
              <a:buClr>
                <a:srgbClr val="000000"/>
              </a:buClr>
            </a:pPr>
            <a:endParaRPr kumimoji="0" sz="933" b="1" kern="0" dirty="0">
              <a:solidFill>
                <a:srgbClr val="000000"/>
              </a:solidFill>
              <a:latin typeface="Arial"/>
              <a:ea typeface="Arial"/>
              <a:cs typeface="Arial"/>
              <a:sym typeface="Arial"/>
            </a:endParaRPr>
          </a:p>
        </p:txBody>
      </p:sp>
      <p:sp>
        <p:nvSpPr>
          <p:cNvPr id="42" name="Google Shape;287;p6">
            <a:extLst>
              <a:ext uri="{FF2B5EF4-FFF2-40B4-BE49-F238E27FC236}">
                <a16:creationId xmlns:a16="http://schemas.microsoft.com/office/drawing/2014/main" id="{42969FA8-A86C-5218-A6D9-096762E2E0EE}"/>
              </a:ext>
            </a:extLst>
          </p:cNvPr>
          <p:cNvSpPr txBox="1"/>
          <p:nvPr/>
        </p:nvSpPr>
        <p:spPr>
          <a:xfrm>
            <a:off x="4861054" y="1748181"/>
            <a:ext cx="2540000" cy="242054"/>
          </a:xfrm>
          <a:prstGeom prst="rect">
            <a:avLst/>
          </a:prstGeom>
          <a:noFill/>
          <a:ln>
            <a:noFill/>
          </a:ln>
        </p:spPr>
        <p:txBody>
          <a:bodyPr spcFirstLastPara="1" wrap="square" lIns="0" tIns="0" rIns="0" bIns="0" anchor="t" anchorCtr="0">
            <a:spAutoFit/>
          </a:bodyPr>
          <a:lstStyle/>
          <a:p>
            <a:pPr defTabSz="609630">
              <a:lnSpc>
                <a:spcPct val="118222"/>
              </a:lnSpc>
              <a:buClr>
                <a:srgbClr val="000000"/>
              </a:buClr>
            </a:pPr>
            <a:r>
              <a:rPr kumimoji="0" lang="ja-JP" altLang="en-US" sz="1333" b="1" kern="0">
                <a:solidFill>
                  <a:srgbClr val="0C4875"/>
                </a:solidFill>
                <a:latin typeface="Arial"/>
                <a:cs typeface="Arial"/>
                <a:sym typeface="Arial"/>
              </a:rPr>
              <a:t>第二フェーズ　</a:t>
            </a:r>
            <a:r>
              <a:rPr kumimoji="0" lang="ja-JP" altLang="en-US" sz="1333" b="1" kern="0" dirty="0">
                <a:solidFill>
                  <a:srgbClr val="0C4875"/>
                </a:solidFill>
                <a:latin typeface="Arial"/>
                <a:cs typeface="Arial"/>
                <a:sym typeface="Arial"/>
              </a:rPr>
              <a:t>（</a:t>
            </a:r>
            <a:r>
              <a:rPr kumimoji="0" lang="en-US" altLang="ja-JP" sz="1333" b="1" kern="0" dirty="0">
                <a:solidFill>
                  <a:srgbClr val="0C4875"/>
                </a:solidFill>
                <a:latin typeface="Arial"/>
                <a:cs typeface="Arial"/>
                <a:sym typeface="Arial"/>
              </a:rPr>
              <a:t>8</a:t>
            </a:r>
            <a:r>
              <a:rPr kumimoji="0" lang="ja-JP" altLang="en-US" sz="1333" b="1" kern="0" dirty="0">
                <a:solidFill>
                  <a:srgbClr val="0C4875"/>
                </a:solidFill>
                <a:latin typeface="Arial"/>
                <a:cs typeface="Arial"/>
                <a:sym typeface="Arial"/>
              </a:rPr>
              <a:t>月～）</a:t>
            </a:r>
            <a:endParaRPr kumimoji="0" sz="1333" b="1" kern="0" dirty="0">
              <a:solidFill>
                <a:srgbClr val="0C4875"/>
              </a:solidFill>
              <a:latin typeface="Arial"/>
              <a:ea typeface="Arial"/>
              <a:cs typeface="Arial"/>
              <a:sym typeface="Arial"/>
            </a:endParaRPr>
          </a:p>
        </p:txBody>
      </p:sp>
      <p:sp>
        <p:nvSpPr>
          <p:cNvPr id="43" name="Google Shape;287;p6">
            <a:extLst>
              <a:ext uri="{FF2B5EF4-FFF2-40B4-BE49-F238E27FC236}">
                <a16:creationId xmlns:a16="http://schemas.microsoft.com/office/drawing/2014/main" id="{8F69BD1B-BFA2-C843-777F-E217215182B1}"/>
              </a:ext>
            </a:extLst>
          </p:cNvPr>
          <p:cNvSpPr txBox="1"/>
          <p:nvPr/>
        </p:nvSpPr>
        <p:spPr>
          <a:xfrm>
            <a:off x="8637937" y="1760334"/>
            <a:ext cx="2540000" cy="242054"/>
          </a:xfrm>
          <a:prstGeom prst="rect">
            <a:avLst/>
          </a:prstGeom>
          <a:noFill/>
          <a:ln>
            <a:noFill/>
          </a:ln>
        </p:spPr>
        <p:txBody>
          <a:bodyPr spcFirstLastPara="1" wrap="square" lIns="0" tIns="0" rIns="0" bIns="0" anchor="t" anchorCtr="0">
            <a:spAutoFit/>
          </a:bodyPr>
          <a:lstStyle/>
          <a:p>
            <a:pPr defTabSz="609630">
              <a:lnSpc>
                <a:spcPct val="118222"/>
              </a:lnSpc>
              <a:buClr>
                <a:srgbClr val="000000"/>
              </a:buClr>
            </a:pPr>
            <a:r>
              <a:rPr kumimoji="0" lang="ja-JP" altLang="en-US" sz="1333" b="1" kern="0" dirty="0">
                <a:solidFill>
                  <a:srgbClr val="0C4875"/>
                </a:solidFill>
                <a:latin typeface="Arial"/>
                <a:cs typeface="Arial"/>
                <a:sym typeface="Arial"/>
              </a:rPr>
              <a:t>第三フェーズ　（</a:t>
            </a:r>
            <a:r>
              <a:rPr kumimoji="0" lang="en-US" altLang="ja-JP" sz="1333" b="1" kern="0" dirty="0">
                <a:solidFill>
                  <a:srgbClr val="0C4875"/>
                </a:solidFill>
                <a:latin typeface="Arial"/>
                <a:cs typeface="Arial"/>
                <a:sym typeface="Arial"/>
              </a:rPr>
              <a:t>10</a:t>
            </a:r>
            <a:r>
              <a:rPr kumimoji="0" lang="ja-JP" altLang="en-US" sz="1333" b="1" kern="0" dirty="0">
                <a:solidFill>
                  <a:srgbClr val="0C4875"/>
                </a:solidFill>
                <a:latin typeface="Arial"/>
                <a:cs typeface="Arial"/>
                <a:sym typeface="Arial"/>
              </a:rPr>
              <a:t>月～）</a:t>
            </a:r>
            <a:endParaRPr kumimoji="0" sz="1333" b="1" kern="0" dirty="0">
              <a:solidFill>
                <a:srgbClr val="0C4875"/>
              </a:solidFill>
              <a:latin typeface="Arial"/>
              <a:ea typeface="Arial"/>
              <a:cs typeface="Arial"/>
              <a:sym typeface="Arial"/>
            </a:endParaRPr>
          </a:p>
        </p:txBody>
      </p:sp>
      <p:sp>
        <p:nvSpPr>
          <p:cNvPr id="44" name="Google Shape;276;p6">
            <a:extLst>
              <a:ext uri="{FF2B5EF4-FFF2-40B4-BE49-F238E27FC236}">
                <a16:creationId xmlns:a16="http://schemas.microsoft.com/office/drawing/2014/main" id="{8267FE9C-EB37-23BA-5244-BDA378767F58}"/>
              </a:ext>
            </a:extLst>
          </p:cNvPr>
          <p:cNvSpPr txBox="1"/>
          <p:nvPr/>
        </p:nvSpPr>
        <p:spPr>
          <a:xfrm>
            <a:off x="136358" y="2769179"/>
            <a:ext cx="973826" cy="459357"/>
          </a:xfrm>
          <a:prstGeom prst="rect">
            <a:avLst/>
          </a:prstGeom>
          <a:noFill/>
          <a:ln>
            <a:noFill/>
          </a:ln>
        </p:spPr>
        <p:txBody>
          <a:bodyPr spcFirstLastPara="1" wrap="square" lIns="0" tIns="0" rIns="0" bIns="0" anchor="t" anchorCtr="0">
            <a:spAutoFit/>
          </a:bodyPr>
          <a:lstStyle/>
          <a:p>
            <a:pPr defTabSz="609630">
              <a:lnSpc>
                <a:spcPct val="160007"/>
              </a:lnSpc>
              <a:buClr>
                <a:srgbClr val="000000"/>
              </a:buClr>
            </a:pPr>
            <a:r>
              <a:rPr kumimoji="0" lang="ja-JP" altLang="en-US" sz="933" b="1" kern="0" dirty="0">
                <a:solidFill>
                  <a:srgbClr val="000000"/>
                </a:solidFill>
                <a:latin typeface="Arial"/>
                <a:cs typeface="Arial"/>
                <a:sym typeface="Arial"/>
              </a:rPr>
              <a:t>対 個人＆チーム</a:t>
            </a:r>
            <a:endParaRPr kumimoji="0" lang="en-US" altLang="ja-JP" sz="933" b="1" kern="0" dirty="0">
              <a:solidFill>
                <a:srgbClr val="000000"/>
              </a:solidFill>
              <a:latin typeface="Arial"/>
              <a:cs typeface="Arial"/>
              <a:sym typeface="Arial"/>
            </a:endParaRPr>
          </a:p>
          <a:p>
            <a:pPr defTabSz="609630">
              <a:lnSpc>
                <a:spcPct val="160007"/>
              </a:lnSpc>
              <a:buClr>
                <a:srgbClr val="000000"/>
              </a:buClr>
            </a:pPr>
            <a:r>
              <a:rPr kumimoji="0" lang="ja-JP" altLang="en-US" sz="933" b="1" kern="0" dirty="0">
                <a:solidFill>
                  <a:srgbClr val="000000"/>
                </a:solidFill>
                <a:latin typeface="Arial"/>
                <a:ea typeface="Arial"/>
                <a:cs typeface="Arial"/>
                <a:sym typeface="Arial"/>
              </a:rPr>
              <a:t>競合なし</a:t>
            </a:r>
            <a:endParaRPr kumimoji="0" sz="933" b="1" kern="0" dirty="0">
              <a:solidFill>
                <a:srgbClr val="000000"/>
              </a:solidFill>
              <a:latin typeface="Arial"/>
              <a:ea typeface="Arial"/>
              <a:cs typeface="Arial"/>
              <a:sym typeface="Arial"/>
            </a:endParaRPr>
          </a:p>
        </p:txBody>
      </p:sp>
      <p:sp>
        <p:nvSpPr>
          <p:cNvPr id="45" name="Google Shape;276;p6">
            <a:extLst>
              <a:ext uri="{FF2B5EF4-FFF2-40B4-BE49-F238E27FC236}">
                <a16:creationId xmlns:a16="http://schemas.microsoft.com/office/drawing/2014/main" id="{7417391D-74A3-2152-B1FB-DDB71D744245}"/>
              </a:ext>
            </a:extLst>
          </p:cNvPr>
          <p:cNvSpPr txBox="1"/>
          <p:nvPr/>
        </p:nvSpPr>
        <p:spPr>
          <a:xfrm>
            <a:off x="146872" y="4946958"/>
            <a:ext cx="973826" cy="459357"/>
          </a:xfrm>
          <a:prstGeom prst="rect">
            <a:avLst/>
          </a:prstGeom>
          <a:noFill/>
          <a:ln>
            <a:noFill/>
          </a:ln>
        </p:spPr>
        <p:txBody>
          <a:bodyPr spcFirstLastPara="1" wrap="square" lIns="0" tIns="0" rIns="0" bIns="0" anchor="t" anchorCtr="0">
            <a:spAutoFit/>
          </a:bodyPr>
          <a:lstStyle/>
          <a:p>
            <a:pPr defTabSz="609630">
              <a:lnSpc>
                <a:spcPct val="160007"/>
              </a:lnSpc>
              <a:buClr>
                <a:srgbClr val="000000"/>
              </a:buClr>
            </a:pPr>
            <a:r>
              <a:rPr kumimoji="0" lang="ja-JP" altLang="en-US" sz="933" b="1" kern="0" dirty="0">
                <a:solidFill>
                  <a:srgbClr val="000000"/>
                </a:solidFill>
                <a:latin typeface="Arial"/>
                <a:cs typeface="Arial"/>
                <a:sym typeface="Arial"/>
              </a:rPr>
              <a:t>対 </a:t>
            </a:r>
            <a:r>
              <a:rPr kumimoji="0" lang="ja-JP" altLang="en-US" sz="933" b="1" kern="0" dirty="0">
                <a:solidFill>
                  <a:srgbClr val="000000"/>
                </a:solidFill>
                <a:latin typeface="Arial"/>
                <a:ea typeface="Arial"/>
                <a:cs typeface="Arial"/>
                <a:sym typeface="Arial"/>
              </a:rPr>
              <a:t>法人</a:t>
            </a:r>
            <a:endParaRPr kumimoji="0" lang="en-US" altLang="ja-JP" sz="933" b="1" kern="0" dirty="0">
              <a:solidFill>
                <a:srgbClr val="000000"/>
              </a:solidFill>
              <a:latin typeface="Arial"/>
              <a:ea typeface="Arial"/>
              <a:cs typeface="Arial"/>
              <a:sym typeface="Arial"/>
            </a:endParaRPr>
          </a:p>
          <a:p>
            <a:pPr defTabSz="609630">
              <a:lnSpc>
                <a:spcPct val="160007"/>
              </a:lnSpc>
              <a:buClr>
                <a:srgbClr val="000000"/>
              </a:buClr>
            </a:pPr>
            <a:r>
              <a:rPr kumimoji="0" lang="ja-JP" altLang="en-US" sz="933" b="1" kern="0" dirty="0">
                <a:solidFill>
                  <a:srgbClr val="000000"/>
                </a:solidFill>
                <a:latin typeface="Arial"/>
                <a:ea typeface="Arial"/>
                <a:cs typeface="Arial"/>
                <a:sym typeface="Arial"/>
              </a:rPr>
              <a:t>競合あり</a:t>
            </a:r>
            <a:endParaRPr kumimoji="0" sz="933" b="1" kern="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182170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6">
          <a:extLst>
            <a:ext uri="{FF2B5EF4-FFF2-40B4-BE49-F238E27FC236}">
              <a16:creationId xmlns:a16="http://schemas.microsoft.com/office/drawing/2014/main" id="{ADC4675E-AFC4-916A-57B0-9AA194D44623}"/>
            </a:ext>
          </a:extLst>
        </p:cNvPr>
        <p:cNvGrpSpPr/>
        <p:nvPr/>
      </p:nvGrpSpPr>
      <p:grpSpPr>
        <a:xfrm>
          <a:off x="0" y="0"/>
          <a:ext cx="0" cy="0"/>
          <a:chOff x="0" y="0"/>
          <a:chExt cx="0" cy="0"/>
        </a:xfrm>
      </p:grpSpPr>
      <p:sp>
        <p:nvSpPr>
          <p:cNvPr id="270" name="Google Shape;270;p6">
            <a:extLst>
              <a:ext uri="{FF2B5EF4-FFF2-40B4-BE49-F238E27FC236}">
                <a16:creationId xmlns:a16="http://schemas.microsoft.com/office/drawing/2014/main" id="{84AB5B77-5BF7-0B88-B51F-51AA514ED6ED}"/>
              </a:ext>
            </a:extLst>
          </p:cNvPr>
          <p:cNvSpPr/>
          <p:nvPr/>
        </p:nvSpPr>
        <p:spPr>
          <a:xfrm>
            <a:off x="0" y="23084"/>
            <a:ext cx="12192000" cy="433899"/>
          </a:xfrm>
          <a:custGeom>
            <a:avLst/>
            <a:gdLst/>
            <a:ahLst/>
            <a:cxnLst/>
            <a:rect l="l" t="t" r="r" b="b"/>
            <a:pathLst>
              <a:path w="18288000" h="650849" extrusionOk="0">
                <a:moveTo>
                  <a:pt x="0" y="0"/>
                </a:moveTo>
                <a:lnTo>
                  <a:pt x="18288000" y="0"/>
                </a:lnTo>
                <a:lnTo>
                  <a:pt x="18288000" y="650849"/>
                </a:lnTo>
                <a:lnTo>
                  <a:pt x="0" y="650849"/>
                </a:lnTo>
                <a:lnTo>
                  <a:pt x="0" y="0"/>
                </a:lnTo>
                <a:close/>
              </a:path>
            </a:pathLst>
          </a:custGeom>
          <a:blipFill rotWithShape="1">
            <a:blip r:embed="rId3">
              <a:alphaModFix/>
            </a:blip>
            <a:stretch>
              <a:fillRect t="-1177556" b="-594403"/>
            </a:stretch>
          </a:blipFill>
          <a:ln>
            <a:noFill/>
          </a:ln>
        </p:spPr>
      </p:sp>
      <p:cxnSp>
        <p:nvCxnSpPr>
          <p:cNvPr id="271" name="Google Shape;271;p6">
            <a:extLst>
              <a:ext uri="{FF2B5EF4-FFF2-40B4-BE49-F238E27FC236}">
                <a16:creationId xmlns:a16="http://schemas.microsoft.com/office/drawing/2014/main" id="{CEFF6867-3C12-1073-2958-F491C176BDAC}"/>
              </a:ext>
            </a:extLst>
          </p:cNvPr>
          <p:cNvCxnSpPr/>
          <p:nvPr/>
        </p:nvCxnSpPr>
        <p:spPr>
          <a:xfrm>
            <a:off x="0" y="1378343"/>
            <a:ext cx="10787553" cy="0"/>
          </a:xfrm>
          <a:prstGeom prst="straightConnector1">
            <a:avLst/>
          </a:prstGeom>
          <a:noFill/>
          <a:ln w="38100" cap="flat" cmpd="sng">
            <a:solidFill>
              <a:srgbClr val="A3CFF0"/>
            </a:solidFill>
            <a:prstDash val="solid"/>
            <a:round/>
            <a:headEnd type="none" w="sm" len="sm"/>
            <a:tailEnd type="none" w="sm" len="sm"/>
          </a:ln>
        </p:spPr>
      </p:cxnSp>
      <p:grpSp>
        <p:nvGrpSpPr>
          <p:cNvPr id="272" name="Google Shape;272;p6">
            <a:extLst>
              <a:ext uri="{FF2B5EF4-FFF2-40B4-BE49-F238E27FC236}">
                <a16:creationId xmlns:a16="http://schemas.microsoft.com/office/drawing/2014/main" id="{8F8CFC22-311A-CF0A-7290-F7ED633E8206}"/>
              </a:ext>
            </a:extLst>
          </p:cNvPr>
          <p:cNvGrpSpPr/>
          <p:nvPr/>
        </p:nvGrpSpPr>
        <p:grpSpPr>
          <a:xfrm rot="5400000">
            <a:off x="3187" y="828283"/>
            <a:ext cx="456983" cy="463356"/>
            <a:chOff x="0" y="0"/>
            <a:chExt cx="801621" cy="812800"/>
          </a:xfrm>
        </p:grpSpPr>
        <p:sp>
          <p:nvSpPr>
            <p:cNvPr id="273" name="Google Shape;273;p6">
              <a:extLst>
                <a:ext uri="{FF2B5EF4-FFF2-40B4-BE49-F238E27FC236}">
                  <a16:creationId xmlns:a16="http://schemas.microsoft.com/office/drawing/2014/main" id="{31484A63-9B9E-A721-8C85-DD5A7B19A498}"/>
                </a:ext>
              </a:extLst>
            </p:cNvPr>
            <p:cNvSpPr/>
            <p:nvPr/>
          </p:nvSpPr>
          <p:spPr>
            <a:xfrm>
              <a:off x="0" y="0"/>
              <a:ext cx="801621" cy="812800"/>
            </a:xfrm>
            <a:custGeom>
              <a:avLst/>
              <a:gdLst/>
              <a:ahLst/>
              <a:cxnLst/>
              <a:rect l="l" t="t" r="r" b="b"/>
              <a:pathLst>
                <a:path w="801621" h="812800" extrusionOk="0">
                  <a:moveTo>
                    <a:pt x="267351" y="19070"/>
                  </a:moveTo>
                  <a:cubicBezTo>
                    <a:pt x="308316" y="7556"/>
                    <a:pt x="355170" y="0"/>
                    <a:pt x="401026" y="0"/>
                  </a:cubicBezTo>
                  <a:cubicBezTo>
                    <a:pt x="446884" y="0"/>
                    <a:pt x="491010" y="6476"/>
                    <a:pt x="531673" y="17990"/>
                  </a:cubicBezTo>
                  <a:cubicBezTo>
                    <a:pt x="532540" y="18350"/>
                    <a:pt x="533405" y="18350"/>
                    <a:pt x="534269" y="18710"/>
                  </a:cubicBezTo>
                  <a:cubicBezTo>
                    <a:pt x="686980" y="64765"/>
                    <a:pt x="799458" y="186379"/>
                    <a:pt x="801621" y="328502"/>
                  </a:cubicBezTo>
                  <a:lnTo>
                    <a:pt x="801621" y="812800"/>
                  </a:lnTo>
                  <a:lnTo>
                    <a:pt x="0" y="812800"/>
                  </a:lnTo>
                  <a:lnTo>
                    <a:pt x="0" y="328861"/>
                  </a:lnTo>
                  <a:cubicBezTo>
                    <a:pt x="2163" y="185660"/>
                    <a:pt x="112910" y="64045"/>
                    <a:pt x="267351" y="19070"/>
                  </a:cubicBezTo>
                  <a:close/>
                </a:path>
              </a:pathLst>
            </a:custGeom>
            <a:solidFill>
              <a:srgbClr val="A3CFF0"/>
            </a:solidFill>
            <a:ln>
              <a:noFill/>
            </a:ln>
          </p:spPr>
          <p:txBody>
            <a:bodyPr spcFirstLastPara="1" wrap="square" lIns="60950" tIns="60950" rIns="60950" bIns="60950" anchor="ctr" anchorCtr="0">
              <a:noAutofit/>
            </a:bodyPr>
            <a:lstStyle/>
            <a:p>
              <a:endParaRPr sz="1200"/>
            </a:p>
          </p:txBody>
        </p:sp>
        <p:sp>
          <p:nvSpPr>
            <p:cNvPr id="274" name="Google Shape;274;p6">
              <a:extLst>
                <a:ext uri="{FF2B5EF4-FFF2-40B4-BE49-F238E27FC236}">
                  <a16:creationId xmlns:a16="http://schemas.microsoft.com/office/drawing/2014/main" id="{207381F9-B118-C07B-56E7-323FEE849E22}"/>
                </a:ext>
              </a:extLst>
            </p:cNvPr>
            <p:cNvSpPr txBox="1"/>
            <p:nvPr/>
          </p:nvSpPr>
          <p:spPr>
            <a:xfrm>
              <a:off x="0" y="3175"/>
              <a:ext cx="801621" cy="809625"/>
            </a:xfrm>
            <a:prstGeom prst="rect">
              <a:avLst/>
            </a:prstGeom>
            <a:noFill/>
            <a:ln>
              <a:noFill/>
            </a:ln>
          </p:spPr>
          <p:txBody>
            <a:bodyPr spcFirstLastPara="1" wrap="square" lIns="33867" tIns="33867" rIns="33867" bIns="33867" anchor="ctr" anchorCtr="0">
              <a:noAutofit/>
            </a:bodyPr>
            <a:lstStyle/>
            <a:p>
              <a:pPr algn="ctr">
                <a:lnSpc>
                  <a:spcPct val="218666"/>
                </a:lnSpc>
              </a:pPr>
              <a:endParaRPr sz="1200">
                <a:solidFill>
                  <a:schemeClr val="dk1"/>
                </a:solidFill>
                <a:latin typeface="Calibri"/>
                <a:ea typeface="Calibri"/>
                <a:cs typeface="Calibri"/>
                <a:sym typeface="Calibri"/>
              </a:endParaRPr>
            </a:p>
          </p:txBody>
        </p:sp>
      </p:grpSp>
      <p:sp>
        <p:nvSpPr>
          <p:cNvPr id="275" name="Google Shape;275;p6">
            <a:extLst>
              <a:ext uri="{FF2B5EF4-FFF2-40B4-BE49-F238E27FC236}">
                <a16:creationId xmlns:a16="http://schemas.microsoft.com/office/drawing/2014/main" id="{263485DD-3081-17C7-D971-F45DB7DA654F}"/>
              </a:ext>
            </a:extLst>
          </p:cNvPr>
          <p:cNvSpPr/>
          <p:nvPr/>
        </p:nvSpPr>
        <p:spPr>
          <a:xfrm>
            <a:off x="0" y="6424101"/>
            <a:ext cx="12192000" cy="433899"/>
          </a:xfrm>
          <a:custGeom>
            <a:avLst/>
            <a:gdLst/>
            <a:ahLst/>
            <a:cxnLst/>
            <a:rect l="l" t="t" r="r" b="b"/>
            <a:pathLst>
              <a:path w="18288000" h="650849" extrusionOk="0">
                <a:moveTo>
                  <a:pt x="0" y="0"/>
                </a:moveTo>
                <a:lnTo>
                  <a:pt x="18288000" y="0"/>
                </a:lnTo>
                <a:lnTo>
                  <a:pt x="18288000" y="650849"/>
                </a:lnTo>
                <a:lnTo>
                  <a:pt x="0" y="650849"/>
                </a:lnTo>
                <a:lnTo>
                  <a:pt x="0" y="0"/>
                </a:lnTo>
                <a:close/>
              </a:path>
            </a:pathLst>
          </a:custGeom>
          <a:blipFill rotWithShape="1">
            <a:blip r:embed="rId3">
              <a:alphaModFix/>
            </a:blip>
            <a:stretch>
              <a:fillRect t="-1177556" b="-594403"/>
            </a:stretch>
          </a:blipFill>
          <a:ln>
            <a:noFill/>
          </a:ln>
        </p:spPr>
      </p:sp>
      <p:sp>
        <p:nvSpPr>
          <p:cNvPr id="276" name="Google Shape;276;p6">
            <a:extLst>
              <a:ext uri="{FF2B5EF4-FFF2-40B4-BE49-F238E27FC236}">
                <a16:creationId xmlns:a16="http://schemas.microsoft.com/office/drawing/2014/main" id="{91000AEC-181B-5218-879E-D4E5A3000556}"/>
              </a:ext>
            </a:extLst>
          </p:cNvPr>
          <p:cNvSpPr txBox="1"/>
          <p:nvPr/>
        </p:nvSpPr>
        <p:spPr>
          <a:xfrm>
            <a:off x="736446" y="592214"/>
            <a:ext cx="4647893" cy="1709827"/>
          </a:xfrm>
          <a:prstGeom prst="rect">
            <a:avLst/>
          </a:prstGeom>
          <a:noFill/>
          <a:ln>
            <a:noFill/>
          </a:ln>
        </p:spPr>
        <p:txBody>
          <a:bodyPr spcFirstLastPara="1" wrap="square" lIns="0" tIns="0" rIns="0" bIns="0" anchor="t" anchorCtr="0">
            <a:spAutoFit/>
          </a:bodyPr>
          <a:lstStyle/>
          <a:p>
            <a:pPr>
              <a:lnSpc>
                <a:spcPct val="160007"/>
              </a:lnSpc>
            </a:pPr>
            <a:r>
              <a:rPr lang="en-US" altLang="ja-JP" sz="3600" dirty="0"/>
              <a:t>Swim Tracker</a:t>
            </a:r>
          </a:p>
          <a:p>
            <a:pPr>
              <a:lnSpc>
                <a:spcPct val="160007"/>
              </a:lnSpc>
            </a:pPr>
            <a:endParaRPr sz="3344" b="1" dirty="0">
              <a:solidFill>
                <a:srgbClr val="000000"/>
              </a:solidFill>
              <a:latin typeface="Arial"/>
              <a:ea typeface="Arial"/>
              <a:cs typeface="Arial"/>
              <a:sym typeface="Arial"/>
            </a:endParaRPr>
          </a:p>
        </p:txBody>
      </p:sp>
      <p:graphicFrame>
        <p:nvGraphicFramePr>
          <p:cNvPr id="18" name="表 17">
            <a:extLst>
              <a:ext uri="{FF2B5EF4-FFF2-40B4-BE49-F238E27FC236}">
                <a16:creationId xmlns:a16="http://schemas.microsoft.com/office/drawing/2014/main" id="{878D549B-7E07-6597-758D-D8F465CDAD57}"/>
              </a:ext>
            </a:extLst>
          </p:cNvPr>
          <p:cNvGraphicFramePr>
            <a:graphicFrameLocks noGrp="1"/>
          </p:cNvGraphicFramePr>
          <p:nvPr/>
        </p:nvGraphicFramePr>
        <p:xfrm>
          <a:off x="159224" y="1790047"/>
          <a:ext cx="10787555" cy="4093075"/>
        </p:xfrm>
        <a:graphic>
          <a:graphicData uri="http://schemas.openxmlformats.org/drawingml/2006/table">
            <a:tbl>
              <a:tblPr firstRow="1" bandRow="1">
                <a:tableStyleId>{5C22544A-7EE6-4342-B048-85BDC9FD1C3A}</a:tableStyleId>
              </a:tblPr>
              <a:tblGrid>
                <a:gridCol w="2596637">
                  <a:extLst>
                    <a:ext uri="{9D8B030D-6E8A-4147-A177-3AD203B41FA5}">
                      <a16:colId xmlns:a16="http://schemas.microsoft.com/office/drawing/2014/main" val="1921561537"/>
                    </a:ext>
                  </a:extLst>
                </a:gridCol>
                <a:gridCol w="2355819">
                  <a:extLst>
                    <a:ext uri="{9D8B030D-6E8A-4147-A177-3AD203B41FA5}">
                      <a16:colId xmlns:a16="http://schemas.microsoft.com/office/drawing/2014/main" val="2865944021"/>
                    </a:ext>
                  </a:extLst>
                </a:gridCol>
                <a:gridCol w="3695884">
                  <a:extLst>
                    <a:ext uri="{9D8B030D-6E8A-4147-A177-3AD203B41FA5}">
                      <a16:colId xmlns:a16="http://schemas.microsoft.com/office/drawing/2014/main" val="1335576962"/>
                    </a:ext>
                  </a:extLst>
                </a:gridCol>
                <a:gridCol w="2139215">
                  <a:extLst>
                    <a:ext uri="{9D8B030D-6E8A-4147-A177-3AD203B41FA5}">
                      <a16:colId xmlns:a16="http://schemas.microsoft.com/office/drawing/2014/main" val="3769651827"/>
                    </a:ext>
                  </a:extLst>
                </a:gridCol>
              </a:tblGrid>
              <a:tr h="494223">
                <a:tc>
                  <a:txBody>
                    <a:bodyPr/>
                    <a:lstStyle/>
                    <a:p>
                      <a:r>
                        <a:rPr kumimoji="1" lang="ja-JP" altLang="en-US" sz="1200" dirty="0"/>
                        <a:t>ツール</a:t>
                      </a:r>
                    </a:p>
                  </a:txBody>
                  <a:tcPr marL="60960" marR="60960" marT="30480" marB="30480"/>
                </a:tc>
                <a:tc>
                  <a:txBody>
                    <a:bodyPr/>
                    <a:lstStyle/>
                    <a:p>
                      <a:r>
                        <a:rPr kumimoji="1" lang="ja-JP" altLang="en-US" sz="1200" dirty="0"/>
                        <a:t>機能一覧</a:t>
                      </a:r>
                    </a:p>
                  </a:txBody>
                  <a:tcPr marL="60960" marR="60960" marT="30480" marB="30480"/>
                </a:tc>
                <a:tc>
                  <a:txBody>
                    <a:bodyPr/>
                    <a:lstStyle/>
                    <a:p>
                      <a:r>
                        <a:rPr kumimoji="1" lang="ja-JP" altLang="en-US" sz="1200" dirty="0"/>
                        <a:t>用途</a:t>
                      </a:r>
                    </a:p>
                  </a:txBody>
                  <a:tcPr marL="60960" marR="60960" marT="30480" marB="30480"/>
                </a:tc>
                <a:tc>
                  <a:txBody>
                    <a:bodyPr/>
                    <a:lstStyle/>
                    <a:p>
                      <a:r>
                        <a:rPr kumimoji="1" lang="ja-JP" altLang="en-US" sz="1200" dirty="0"/>
                        <a:t>技術スタック</a:t>
                      </a:r>
                    </a:p>
                  </a:txBody>
                  <a:tcPr marL="60960" marR="60960" marT="30480" marB="30480"/>
                </a:tc>
                <a:extLst>
                  <a:ext uri="{0D108BD9-81ED-4DB2-BD59-A6C34878D82A}">
                    <a16:rowId xmlns:a16="http://schemas.microsoft.com/office/drawing/2014/main" val="84552247"/>
                  </a:ext>
                </a:extLst>
              </a:tr>
              <a:tr h="836624">
                <a:tc>
                  <a:txBody>
                    <a:bodyPr/>
                    <a:lstStyle/>
                    <a:p>
                      <a:r>
                        <a:rPr kumimoji="1" lang="ja-JP" altLang="en-US" sz="1200" dirty="0"/>
                        <a:t>（仮）</a:t>
                      </a:r>
                      <a:r>
                        <a:rPr kumimoji="1" lang="en-US" altLang="ja-JP" sz="1200" dirty="0"/>
                        <a:t>Swim Tracker</a:t>
                      </a:r>
                    </a:p>
                  </a:txBody>
                  <a:tcPr marL="60960" marR="60960" marT="30480" marB="30480"/>
                </a:tc>
                <a:tc>
                  <a:txBody>
                    <a:bodyPr/>
                    <a:lstStyle/>
                    <a:p>
                      <a:r>
                        <a:rPr kumimoji="1" lang="ja-JP" altLang="en-US" sz="1200" dirty="0"/>
                        <a:t>大会タイム管理</a:t>
                      </a:r>
                      <a:endParaRPr kumimoji="1" lang="en-US" altLang="ja-JP" sz="1200" dirty="0"/>
                    </a:p>
                  </a:txBody>
                  <a:tcPr marL="60960" marR="60960" marT="30480" marB="30480"/>
                </a:tc>
                <a:tc>
                  <a:txBody>
                    <a:bodyPr/>
                    <a:lstStyle/>
                    <a:p>
                      <a:r>
                        <a:rPr kumimoji="1" lang="ja-JP" altLang="en-US" sz="1200" dirty="0"/>
                        <a:t>大会ごとのタイムを確認して目標タイムとの差分やいままでの結果の分析を行う</a:t>
                      </a:r>
                      <a:endParaRPr kumimoji="1" lang="en-US" altLang="ja-JP" sz="1200" dirty="0"/>
                    </a:p>
                  </a:txBody>
                  <a:tcPr marL="60960" marR="60960" marT="30480" marB="30480"/>
                </a:tc>
                <a:tc>
                  <a:txBody>
                    <a:bodyPr/>
                    <a:lstStyle/>
                    <a:p>
                      <a:r>
                        <a:rPr kumimoji="1" lang="en-US" altLang="ja-JP" sz="1200" dirty="0"/>
                        <a:t>Next.js</a:t>
                      </a:r>
                      <a:r>
                        <a:rPr kumimoji="1" lang="ja-JP" altLang="en-US" sz="1200" dirty="0"/>
                        <a:t>＋</a:t>
                      </a:r>
                      <a:r>
                        <a:rPr kumimoji="1" lang="en-US" altLang="ja-JP" sz="1200" dirty="0" err="1"/>
                        <a:t>Supabase</a:t>
                      </a:r>
                      <a:endParaRPr kumimoji="1" lang="ja-JP" altLang="en-US" sz="1200" dirty="0"/>
                    </a:p>
                  </a:txBody>
                  <a:tcPr marL="60960" marR="60960" marT="30480" marB="30480"/>
                </a:tc>
                <a:extLst>
                  <a:ext uri="{0D108BD9-81ED-4DB2-BD59-A6C34878D82A}">
                    <a16:rowId xmlns:a16="http://schemas.microsoft.com/office/drawing/2014/main" val="2875140299"/>
                  </a:ext>
                </a:extLst>
              </a:tr>
              <a:tr h="690557">
                <a:tc>
                  <a:txBody>
                    <a:bodyPr/>
                    <a:lstStyle/>
                    <a:p>
                      <a:endParaRPr kumimoji="1" lang="ja-JP" altLang="en-US" sz="1200" dirty="0"/>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200" dirty="0"/>
                        <a:t>大会申し込み管理</a:t>
                      </a:r>
                    </a:p>
                    <a:p>
                      <a:endParaRPr kumimoji="1" lang="ja-JP" altLang="en-US" sz="1200" dirty="0"/>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200" dirty="0"/>
                        <a:t>大会申し込みをアプリ上で行う</a:t>
                      </a:r>
                    </a:p>
                    <a:p>
                      <a:endParaRPr kumimoji="1" lang="ja-JP" altLang="en-US" sz="1200" dirty="0"/>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200" dirty="0"/>
                        <a:t>Next.js</a:t>
                      </a:r>
                      <a:r>
                        <a:rPr kumimoji="1" lang="ja-JP" altLang="en-US" sz="1200" dirty="0"/>
                        <a:t>＋</a:t>
                      </a:r>
                      <a:r>
                        <a:rPr kumimoji="1" lang="en-US" altLang="ja-JP" sz="1200" dirty="0" err="1"/>
                        <a:t>Supabase</a:t>
                      </a:r>
                      <a:endParaRPr kumimoji="1" lang="ja-JP" altLang="en-US" sz="1200" dirty="0"/>
                    </a:p>
                    <a:p>
                      <a:endParaRPr kumimoji="1" lang="ja-JP" altLang="en-US" sz="1200" dirty="0"/>
                    </a:p>
                  </a:txBody>
                  <a:tcPr marL="60960" marR="60960" marT="30480" marB="30480"/>
                </a:tc>
                <a:extLst>
                  <a:ext uri="{0D108BD9-81ED-4DB2-BD59-A6C34878D82A}">
                    <a16:rowId xmlns:a16="http://schemas.microsoft.com/office/drawing/2014/main" val="864014815"/>
                  </a:ext>
                </a:extLst>
              </a:tr>
              <a:tr h="690557">
                <a:tc>
                  <a:txBody>
                    <a:bodyPr/>
                    <a:lstStyle/>
                    <a:p>
                      <a:endParaRPr kumimoji="1" lang="ja-JP" altLang="en-US" sz="1200" dirty="0"/>
                    </a:p>
                  </a:txBody>
                  <a:tcPr marL="60960" marR="60960" marT="30480" marB="30480"/>
                </a:tc>
                <a:tc>
                  <a:txBody>
                    <a:bodyPr/>
                    <a:lstStyle/>
                    <a:p>
                      <a:r>
                        <a:rPr kumimoji="1" lang="ja-JP" altLang="en-US" sz="1200" dirty="0"/>
                        <a:t>練習記録</a:t>
                      </a:r>
                    </a:p>
                  </a:txBody>
                  <a:tcPr marL="60960" marR="60960" marT="30480" marB="30480"/>
                </a:tc>
                <a:tc>
                  <a:txBody>
                    <a:bodyPr/>
                    <a:lstStyle/>
                    <a:p>
                      <a:r>
                        <a:rPr kumimoji="1" lang="ja-JP" altLang="en-US" sz="1200" dirty="0"/>
                        <a:t>コーチの作成した練習を記録とサマリ化する。後に分析できるようにする</a:t>
                      </a:r>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200" dirty="0"/>
                        <a:t>Next.js</a:t>
                      </a:r>
                      <a:r>
                        <a:rPr kumimoji="1" lang="ja-JP" altLang="en-US" sz="1200" dirty="0"/>
                        <a:t>＋</a:t>
                      </a:r>
                      <a:r>
                        <a:rPr kumimoji="1" lang="en-US" altLang="ja-JP" sz="1200" dirty="0" err="1"/>
                        <a:t>Supabase</a:t>
                      </a:r>
                      <a:endParaRPr kumimoji="1" lang="ja-JP" altLang="en-US" sz="1200" dirty="0"/>
                    </a:p>
                    <a:p>
                      <a:endParaRPr kumimoji="1" lang="ja-JP" altLang="en-US" sz="1200" dirty="0"/>
                    </a:p>
                  </a:txBody>
                  <a:tcPr marL="60960" marR="60960" marT="30480" marB="30480"/>
                </a:tc>
                <a:extLst>
                  <a:ext uri="{0D108BD9-81ED-4DB2-BD59-A6C34878D82A}">
                    <a16:rowId xmlns:a16="http://schemas.microsoft.com/office/drawing/2014/main" val="2231429547"/>
                  </a:ext>
                </a:extLst>
              </a:tr>
              <a:tr h="690557">
                <a:tc>
                  <a:txBody>
                    <a:bodyPr/>
                    <a:lstStyle/>
                    <a:p>
                      <a:endParaRPr kumimoji="1" lang="ja-JP" altLang="en-US" sz="1200" dirty="0"/>
                    </a:p>
                  </a:txBody>
                  <a:tcPr marL="60960" marR="60960" marT="30480" marB="30480"/>
                </a:tc>
                <a:tc>
                  <a:txBody>
                    <a:bodyPr/>
                    <a:lstStyle/>
                    <a:p>
                      <a:r>
                        <a:rPr kumimoji="1" lang="ja-JP" altLang="en-US" sz="1200" dirty="0"/>
                        <a:t>物販</a:t>
                      </a:r>
                    </a:p>
                  </a:txBody>
                  <a:tcPr marL="60960" marR="60960" marT="30480" marB="30480"/>
                </a:tc>
                <a:tc>
                  <a:txBody>
                    <a:bodyPr/>
                    <a:lstStyle/>
                    <a:p>
                      <a:r>
                        <a:rPr kumimoji="1" lang="en-US" altLang="ja-JP" sz="1200" dirty="0"/>
                        <a:t>HYDOOR</a:t>
                      </a:r>
                      <a:r>
                        <a:rPr kumimoji="1" lang="ja-JP" altLang="en-US" sz="1200" dirty="0"/>
                        <a:t>システムと連携させた</a:t>
                      </a:r>
                      <a:r>
                        <a:rPr kumimoji="1" lang="en-US" altLang="ja-JP" sz="1200" dirty="0"/>
                        <a:t>EC</a:t>
                      </a:r>
                      <a:r>
                        <a:rPr kumimoji="1" lang="ja-JP" altLang="en-US" sz="1200" dirty="0"/>
                        <a:t>機能</a:t>
                      </a:r>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200" dirty="0"/>
                        <a:t>Next.js</a:t>
                      </a:r>
                      <a:r>
                        <a:rPr kumimoji="1" lang="ja-JP" altLang="en-US" sz="1200" dirty="0"/>
                        <a:t>＋</a:t>
                      </a:r>
                      <a:r>
                        <a:rPr kumimoji="1" lang="en-US" altLang="ja-JP" sz="1200" dirty="0" err="1"/>
                        <a:t>Supabase</a:t>
                      </a:r>
                      <a:endParaRPr kumimoji="1" lang="ja-JP" altLang="en-US" sz="1200" dirty="0"/>
                    </a:p>
                    <a:p>
                      <a:endParaRPr kumimoji="1" lang="ja-JP" altLang="en-US" sz="1200" dirty="0"/>
                    </a:p>
                  </a:txBody>
                  <a:tcPr marL="60960" marR="60960" marT="30480" marB="30480"/>
                </a:tc>
                <a:extLst>
                  <a:ext uri="{0D108BD9-81ED-4DB2-BD59-A6C34878D82A}">
                    <a16:rowId xmlns:a16="http://schemas.microsoft.com/office/drawing/2014/main" val="516069393"/>
                  </a:ext>
                </a:extLst>
              </a:tr>
              <a:tr h="690557">
                <a:tc>
                  <a:txBody>
                    <a:bodyPr/>
                    <a:lstStyle/>
                    <a:p>
                      <a:endParaRPr kumimoji="1" lang="ja-JP" altLang="en-US" sz="1200" dirty="0"/>
                    </a:p>
                  </a:txBody>
                  <a:tcPr marL="60960" marR="60960" marT="30480" marB="30480"/>
                </a:tc>
                <a:tc>
                  <a:txBody>
                    <a:bodyPr/>
                    <a:lstStyle/>
                    <a:p>
                      <a:r>
                        <a:rPr kumimoji="1" lang="ja-JP" altLang="en-US" sz="1200" dirty="0"/>
                        <a:t>メディア</a:t>
                      </a:r>
                    </a:p>
                  </a:txBody>
                  <a:tcPr marL="60960" marR="60960" marT="30480" marB="30480"/>
                </a:tc>
                <a:tc>
                  <a:txBody>
                    <a:bodyPr/>
                    <a:lstStyle/>
                    <a:p>
                      <a:r>
                        <a:rPr kumimoji="1" lang="ja-JP" altLang="en-US" sz="1200" dirty="0"/>
                        <a:t>動画ブログを載せれる</a:t>
                      </a:r>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200" dirty="0"/>
                        <a:t>Next.js</a:t>
                      </a:r>
                      <a:r>
                        <a:rPr kumimoji="1" lang="ja-JP" altLang="en-US" sz="1200" dirty="0"/>
                        <a:t>＋</a:t>
                      </a:r>
                      <a:r>
                        <a:rPr kumimoji="1" lang="en-US" altLang="ja-JP" sz="1200" dirty="0" err="1"/>
                        <a:t>Supabase</a:t>
                      </a:r>
                      <a:endParaRPr kumimoji="1" lang="ja-JP" altLang="en-US" sz="1200" dirty="0"/>
                    </a:p>
                    <a:p>
                      <a:endParaRPr kumimoji="1" lang="ja-JP" altLang="en-US" sz="1200" dirty="0"/>
                    </a:p>
                  </a:txBody>
                  <a:tcPr marL="60960" marR="60960" marT="30480" marB="30480"/>
                </a:tc>
                <a:extLst>
                  <a:ext uri="{0D108BD9-81ED-4DB2-BD59-A6C34878D82A}">
                    <a16:rowId xmlns:a16="http://schemas.microsoft.com/office/drawing/2014/main" val="60017141"/>
                  </a:ext>
                </a:extLst>
              </a:tr>
            </a:tbl>
          </a:graphicData>
        </a:graphic>
      </p:graphicFrame>
    </p:spTree>
    <p:extLst>
      <p:ext uri="{BB962C8B-B14F-4D97-AF65-F5344CB8AC3E}">
        <p14:creationId xmlns:p14="http://schemas.microsoft.com/office/powerpoint/2010/main" val="1770009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6">
          <a:extLst>
            <a:ext uri="{FF2B5EF4-FFF2-40B4-BE49-F238E27FC236}">
              <a16:creationId xmlns:a16="http://schemas.microsoft.com/office/drawing/2014/main" id="{045EC418-208D-8E2B-D3BE-362B3CAC784D}"/>
            </a:ext>
          </a:extLst>
        </p:cNvPr>
        <p:cNvGrpSpPr/>
        <p:nvPr/>
      </p:nvGrpSpPr>
      <p:grpSpPr>
        <a:xfrm>
          <a:off x="0" y="0"/>
          <a:ext cx="0" cy="0"/>
          <a:chOff x="0" y="0"/>
          <a:chExt cx="0" cy="0"/>
        </a:xfrm>
      </p:grpSpPr>
      <p:sp>
        <p:nvSpPr>
          <p:cNvPr id="270" name="Google Shape;270;p6">
            <a:extLst>
              <a:ext uri="{FF2B5EF4-FFF2-40B4-BE49-F238E27FC236}">
                <a16:creationId xmlns:a16="http://schemas.microsoft.com/office/drawing/2014/main" id="{2CB45623-C1BB-9A0C-0152-92BB3E0EFDE9}"/>
              </a:ext>
            </a:extLst>
          </p:cNvPr>
          <p:cNvSpPr/>
          <p:nvPr/>
        </p:nvSpPr>
        <p:spPr>
          <a:xfrm>
            <a:off x="0" y="23084"/>
            <a:ext cx="12192000" cy="433899"/>
          </a:xfrm>
          <a:custGeom>
            <a:avLst/>
            <a:gdLst/>
            <a:ahLst/>
            <a:cxnLst/>
            <a:rect l="l" t="t" r="r" b="b"/>
            <a:pathLst>
              <a:path w="18288000" h="650849" extrusionOk="0">
                <a:moveTo>
                  <a:pt x="0" y="0"/>
                </a:moveTo>
                <a:lnTo>
                  <a:pt x="18288000" y="0"/>
                </a:lnTo>
                <a:lnTo>
                  <a:pt x="18288000" y="650849"/>
                </a:lnTo>
                <a:lnTo>
                  <a:pt x="0" y="650849"/>
                </a:lnTo>
                <a:lnTo>
                  <a:pt x="0" y="0"/>
                </a:lnTo>
                <a:close/>
              </a:path>
            </a:pathLst>
          </a:custGeom>
          <a:blipFill rotWithShape="1">
            <a:blip r:embed="rId3">
              <a:alphaModFix/>
            </a:blip>
            <a:stretch>
              <a:fillRect t="-1177556" b="-594403"/>
            </a:stretch>
          </a:blipFill>
          <a:ln>
            <a:noFill/>
          </a:ln>
        </p:spPr>
      </p:sp>
      <p:cxnSp>
        <p:nvCxnSpPr>
          <p:cNvPr id="271" name="Google Shape;271;p6">
            <a:extLst>
              <a:ext uri="{FF2B5EF4-FFF2-40B4-BE49-F238E27FC236}">
                <a16:creationId xmlns:a16="http://schemas.microsoft.com/office/drawing/2014/main" id="{79391D96-D9B1-C0C1-B13D-B51AD61941C7}"/>
              </a:ext>
            </a:extLst>
          </p:cNvPr>
          <p:cNvCxnSpPr/>
          <p:nvPr/>
        </p:nvCxnSpPr>
        <p:spPr>
          <a:xfrm>
            <a:off x="0" y="1378343"/>
            <a:ext cx="10787553" cy="0"/>
          </a:xfrm>
          <a:prstGeom prst="straightConnector1">
            <a:avLst/>
          </a:prstGeom>
          <a:noFill/>
          <a:ln w="38100" cap="flat" cmpd="sng">
            <a:solidFill>
              <a:srgbClr val="A3CFF0"/>
            </a:solidFill>
            <a:prstDash val="solid"/>
            <a:round/>
            <a:headEnd type="none" w="sm" len="sm"/>
            <a:tailEnd type="none" w="sm" len="sm"/>
          </a:ln>
        </p:spPr>
      </p:cxnSp>
      <p:grpSp>
        <p:nvGrpSpPr>
          <p:cNvPr id="272" name="Google Shape;272;p6">
            <a:extLst>
              <a:ext uri="{FF2B5EF4-FFF2-40B4-BE49-F238E27FC236}">
                <a16:creationId xmlns:a16="http://schemas.microsoft.com/office/drawing/2014/main" id="{60100D1A-8093-7F3C-838D-75C304EEC913}"/>
              </a:ext>
            </a:extLst>
          </p:cNvPr>
          <p:cNvGrpSpPr/>
          <p:nvPr/>
        </p:nvGrpSpPr>
        <p:grpSpPr>
          <a:xfrm rot="5400000">
            <a:off x="3187" y="828283"/>
            <a:ext cx="456983" cy="463356"/>
            <a:chOff x="0" y="0"/>
            <a:chExt cx="801621" cy="812800"/>
          </a:xfrm>
        </p:grpSpPr>
        <p:sp>
          <p:nvSpPr>
            <p:cNvPr id="273" name="Google Shape;273;p6">
              <a:extLst>
                <a:ext uri="{FF2B5EF4-FFF2-40B4-BE49-F238E27FC236}">
                  <a16:creationId xmlns:a16="http://schemas.microsoft.com/office/drawing/2014/main" id="{0580075B-C867-9F0B-00C5-E700700A1F93}"/>
                </a:ext>
              </a:extLst>
            </p:cNvPr>
            <p:cNvSpPr/>
            <p:nvPr/>
          </p:nvSpPr>
          <p:spPr>
            <a:xfrm>
              <a:off x="0" y="0"/>
              <a:ext cx="801621" cy="812800"/>
            </a:xfrm>
            <a:custGeom>
              <a:avLst/>
              <a:gdLst/>
              <a:ahLst/>
              <a:cxnLst/>
              <a:rect l="l" t="t" r="r" b="b"/>
              <a:pathLst>
                <a:path w="801621" h="812800" extrusionOk="0">
                  <a:moveTo>
                    <a:pt x="267351" y="19070"/>
                  </a:moveTo>
                  <a:cubicBezTo>
                    <a:pt x="308316" y="7556"/>
                    <a:pt x="355170" y="0"/>
                    <a:pt x="401026" y="0"/>
                  </a:cubicBezTo>
                  <a:cubicBezTo>
                    <a:pt x="446884" y="0"/>
                    <a:pt x="491010" y="6476"/>
                    <a:pt x="531673" y="17990"/>
                  </a:cubicBezTo>
                  <a:cubicBezTo>
                    <a:pt x="532540" y="18350"/>
                    <a:pt x="533405" y="18350"/>
                    <a:pt x="534269" y="18710"/>
                  </a:cubicBezTo>
                  <a:cubicBezTo>
                    <a:pt x="686980" y="64765"/>
                    <a:pt x="799458" y="186379"/>
                    <a:pt x="801621" y="328502"/>
                  </a:cubicBezTo>
                  <a:lnTo>
                    <a:pt x="801621" y="812800"/>
                  </a:lnTo>
                  <a:lnTo>
                    <a:pt x="0" y="812800"/>
                  </a:lnTo>
                  <a:lnTo>
                    <a:pt x="0" y="328861"/>
                  </a:lnTo>
                  <a:cubicBezTo>
                    <a:pt x="2163" y="185660"/>
                    <a:pt x="112910" y="64045"/>
                    <a:pt x="267351" y="19070"/>
                  </a:cubicBezTo>
                  <a:close/>
                </a:path>
              </a:pathLst>
            </a:custGeom>
            <a:solidFill>
              <a:srgbClr val="A3CFF0"/>
            </a:solidFill>
            <a:ln>
              <a:noFill/>
            </a:ln>
          </p:spPr>
          <p:txBody>
            <a:bodyPr spcFirstLastPara="1" wrap="square" lIns="60950" tIns="60950" rIns="60950" bIns="60950" anchor="ctr" anchorCtr="0">
              <a:noAutofit/>
            </a:bodyPr>
            <a:lstStyle/>
            <a:p>
              <a:endParaRPr sz="1200"/>
            </a:p>
          </p:txBody>
        </p:sp>
        <p:sp>
          <p:nvSpPr>
            <p:cNvPr id="274" name="Google Shape;274;p6">
              <a:extLst>
                <a:ext uri="{FF2B5EF4-FFF2-40B4-BE49-F238E27FC236}">
                  <a16:creationId xmlns:a16="http://schemas.microsoft.com/office/drawing/2014/main" id="{BA541E63-4DFF-92D5-A166-C9C254E5D15C}"/>
                </a:ext>
              </a:extLst>
            </p:cNvPr>
            <p:cNvSpPr txBox="1"/>
            <p:nvPr/>
          </p:nvSpPr>
          <p:spPr>
            <a:xfrm>
              <a:off x="0" y="3175"/>
              <a:ext cx="801621" cy="809625"/>
            </a:xfrm>
            <a:prstGeom prst="rect">
              <a:avLst/>
            </a:prstGeom>
            <a:noFill/>
            <a:ln>
              <a:noFill/>
            </a:ln>
          </p:spPr>
          <p:txBody>
            <a:bodyPr spcFirstLastPara="1" wrap="square" lIns="33867" tIns="33867" rIns="33867" bIns="33867" anchor="ctr" anchorCtr="0">
              <a:noAutofit/>
            </a:bodyPr>
            <a:lstStyle/>
            <a:p>
              <a:pPr algn="ctr">
                <a:lnSpc>
                  <a:spcPct val="218666"/>
                </a:lnSpc>
              </a:pPr>
              <a:endParaRPr sz="1200">
                <a:solidFill>
                  <a:schemeClr val="dk1"/>
                </a:solidFill>
                <a:latin typeface="Calibri"/>
                <a:ea typeface="Calibri"/>
                <a:cs typeface="Calibri"/>
                <a:sym typeface="Calibri"/>
              </a:endParaRPr>
            </a:p>
          </p:txBody>
        </p:sp>
      </p:grpSp>
      <p:sp>
        <p:nvSpPr>
          <p:cNvPr id="275" name="Google Shape;275;p6">
            <a:extLst>
              <a:ext uri="{FF2B5EF4-FFF2-40B4-BE49-F238E27FC236}">
                <a16:creationId xmlns:a16="http://schemas.microsoft.com/office/drawing/2014/main" id="{3171DEED-F185-FFAE-7003-DC1554EAC951}"/>
              </a:ext>
            </a:extLst>
          </p:cNvPr>
          <p:cNvSpPr/>
          <p:nvPr/>
        </p:nvSpPr>
        <p:spPr>
          <a:xfrm>
            <a:off x="0" y="6424101"/>
            <a:ext cx="12192000" cy="433899"/>
          </a:xfrm>
          <a:custGeom>
            <a:avLst/>
            <a:gdLst/>
            <a:ahLst/>
            <a:cxnLst/>
            <a:rect l="l" t="t" r="r" b="b"/>
            <a:pathLst>
              <a:path w="18288000" h="650849" extrusionOk="0">
                <a:moveTo>
                  <a:pt x="0" y="0"/>
                </a:moveTo>
                <a:lnTo>
                  <a:pt x="18288000" y="0"/>
                </a:lnTo>
                <a:lnTo>
                  <a:pt x="18288000" y="650849"/>
                </a:lnTo>
                <a:lnTo>
                  <a:pt x="0" y="650849"/>
                </a:lnTo>
                <a:lnTo>
                  <a:pt x="0" y="0"/>
                </a:lnTo>
                <a:close/>
              </a:path>
            </a:pathLst>
          </a:custGeom>
          <a:blipFill rotWithShape="1">
            <a:blip r:embed="rId3">
              <a:alphaModFix/>
            </a:blip>
            <a:stretch>
              <a:fillRect t="-1177556" b="-594403"/>
            </a:stretch>
          </a:blipFill>
          <a:ln>
            <a:noFill/>
          </a:ln>
        </p:spPr>
      </p:sp>
      <p:sp>
        <p:nvSpPr>
          <p:cNvPr id="276" name="Google Shape;276;p6">
            <a:extLst>
              <a:ext uri="{FF2B5EF4-FFF2-40B4-BE49-F238E27FC236}">
                <a16:creationId xmlns:a16="http://schemas.microsoft.com/office/drawing/2014/main" id="{C95BA14A-0A7E-3C62-E6B0-718B969F0E95}"/>
              </a:ext>
            </a:extLst>
          </p:cNvPr>
          <p:cNvSpPr txBox="1"/>
          <p:nvPr/>
        </p:nvSpPr>
        <p:spPr>
          <a:xfrm>
            <a:off x="736446" y="592214"/>
            <a:ext cx="4647893" cy="1709827"/>
          </a:xfrm>
          <a:prstGeom prst="rect">
            <a:avLst/>
          </a:prstGeom>
          <a:noFill/>
          <a:ln>
            <a:noFill/>
          </a:ln>
        </p:spPr>
        <p:txBody>
          <a:bodyPr spcFirstLastPara="1" wrap="square" lIns="0" tIns="0" rIns="0" bIns="0" anchor="t" anchorCtr="0">
            <a:spAutoFit/>
          </a:bodyPr>
          <a:lstStyle/>
          <a:p>
            <a:pPr>
              <a:lnSpc>
                <a:spcPct val="160007"/>
              </a:lnSpc>
            </a:pPr>
            <a:r>
              <a:rPr lang="en-US" altLang="ja-JP" sz="3600" dirty="0"/>
              <a:t>Rangers</a:t>
            </a:r>
            <a:endParaRPr lang="ja-JP" altLang="en-US" sz="3600" dirty="0"/>
          </a:p>
          <a:p>
            <a:pPr>
              <a:lnSpc>
                <a:spcPct val="160007"/>
              </a:lnSpc>
            </a:pPr>
            <a:endParaRPr sz="3344" b="1" dirty="0">
              <a:solidFill>
                <a:srgbClr val="000000"/>
              </a:solidFill>
              <a:latin typeface="Arial"/>
              <a:ea typeface="Arial"/>
              <a:cs typeface="Arial"/>
              <a:sym typeface="Arial"/>
            </a:endParaRPr>
          </a:p>
        </p:txBody>
      </p:sp>
      <p:graphicFrame>
        <p:nvGraphicFramePr>
          <p:cNvPr id="18" name="表 17">
            <a:extLst>
              <a:ext uri="{FF2B5EF4-FFF2-40B4-BE49-F238E27FC236}">
                <a16:creationId xmlns:a16="http://schemas.microsoft.com/office/drawing/2014/main" id="{CC7C4CF1-6294-D72C-9562-FF34E33F3DD9}"/>
              </a:ext>
            </a:extLst>
          </p:cNvPr>
          <p:cNvGraphicFramePr>
            <a:graphicFrameLocks noGrp="1"/>
          </p:cNvGraphicFramePr>
          <p:nvPr/>
        </p:nvGraphicFramePr>
        <p:xfrm>
          <a:off x="159225" y="1790047"/>
          <a:ext cx="11596048" cy="3796467"/>
        </p:xfrm>
        <a:graphic>
          <a:graphicData uri="http://schemas.openxmlformats.org/drawingml/2006/table">
            <a:tbl>
              <a:tblPr firstRow="1" bandRow="1">
                <a:tableStyleId>{5C22544A-7EE6-4342-B048-85BDC9FD1C3A}</a:tableStyleId>
              </a:tblPr>
              <a:tblGrid>
                <a:gridCol w="2791247">
                  <a:extLst>
                    <a:ext uri="{9D8B030D-6E8A-4147-A177-3AD203B41FA5}">
                      <a16:colId xmlns:a16="http://schemas.microsoft.com/office/drawing/2014/main" val="1921561537"/>
                    </a:ext>
                  </a:extLst>
                </a:gridCol>
                <a:gridCol w="2532380">
                  <a:extLst>
                    <a:ext uri="{9D8B030D-6E8A-4147-A177-3AD203B41FA5}">
                      <a16:colId xmlns:a16="http://schemas.microsoft.com/office/drawing/2014/main" val="2865944021"/>
                    </a:ext>
                  </a:extLst>
                </a:gridCol>
                <a:gridCol w="3972879">
                  <a:extLst>
                    <a:ext uri="{9D8B030D-6E8A-4147-A177-3AD203B41FA5}">
                      <a16:colId xmlns:a16="http://schemas.microsoft.com/office/drawing/2014/main" val="1335576962"/>
                    </a:ext>
                  </a:extLst>
                </a:gridCol>
                <a:gridCol w="2299542">
                  <a:extLst>
                    <a:ext uri="{9D8B030D-6E8A-4147-A177-3AD203B41FA5}">
                      <a16:colId xmlns:a16="http://schemas.microsoft.com/office/drawing/2014/main" val="3769651827"/>
                    </a:ext>
                  </a:extLst>
                </a:gridCol>
              </a:tblGrid>
              <a:tr h="576179">
                <a:tc>
                  <a:txBody>
                    <a:bodyPr/>
                    <a:lstStyle/>
                    <a:p>
                      <a:r>
                        <a:rPr kumimoji="1" lang="ja-JP" altLang="en-US" sz="1200" dirty="0"/>
                        <a:t>ツール</a:t>
                      </a:r>
                    </a:p>
                  </a:txBody>
                  <a:tcPr marL="60960" marR="60960" marT="30480" marB="30480"/>
                </a:tc>
                <a:tc>
                  <a:txBody>
                    <a:bodyPr/>
                    <a:lstStyle/>
                    <a:p>
                      <a:r>
                        <a:rPr kumimoji="1" lang="ja-JP" altLang="en-US" sz="1200" dirty="0"/>
                        <a:t>機能一覧</a:t>
                      </a:r>
                    </a:p>
                  </a:txBody>
                  <a:tcPr marL="60960" marR="60960" marT="30480" marB="30480"/>
                </a:tc>
                <a:tc>
                  <a:txBody>
                    <a:bodyPr/>
                    <a:lstStyle/>
                    <a:p>
                      <a:r>
                        <a:rPr kumimoji="1" lang="ja-JP" altLang="en-US" sz="1200" dirty="0"/>
                        <a:t>用途</a:t>
                      </a:r>
                    </a:p>
                  </a:txBody>
                  <a:tcPr marL="60960" marR="60960" marT="30480" marB="30480"/>
                </a:tc>
                <a:tc>
                  <a:txBody>
                    <a:bodyPr/>
                    <a:lstStyle/>
                    <a:p>
                      <a:r>
                        <a:rPr kumimoji="1" lang="ja-JP" altLang="en-US" sz="1200" dirty="0"/>
                        <a:t>技術スタック</a:t>
                      </a:r>
                    </a:p>
                  </a:txBody>
                  <a:tcPr marL="60960" marR="60960" marT="30480" marB="30480"/>
                </a:tc>
                <a:extLst>
                  <a:ext uri="{0D108BD9-81ED-4DB2-BD59-A6C34878D82A}">
                    <a16:rowId xmlns:a16="http://schemas.microsoft.com/office/drawing/2014/main" val="84552247"/>
                  </a:ext>
                </a:extLst>
              </a:tr>
              <a:tr h="805072">
                <a:tc>
                  <a:txBody>
                    <a:bodyPr/>
                    <a:lstStyle/>
                    <a:p>
                      <a:r>
                        <a:rPr kumimoji="1" lang="ja-JP" altLang="en-US" sz="1200" dirty="0"/>
                        <a:t>（仮）</a:t>
                      </a:r>
                      <a:r>
                        <a:rPr kumimoji="1" lang="en-US" altLang="ja-JP" sz="1200" dirty="0"/>
                        <a:t>Rangers</a:t>
                      </a:r>
                      <a:endParaRPr kumimoji="1" lang="ja-JP" altLang="en-US" sz="1200" dirty="0"/>
                    </a:p>
                  </a:txBody>
                  <a:tcPr marL="60960" marR="60960" marT="30480" marB="30480"/>
                </a:tc>
                <a:tc>
                  <a:txBody>
                    <a:bodyPr/>
                    <a:lstStyle/>
                    <a:p>
                      <a:r>
                        <a:rPr kumimoji="1" lang="ja-JP" altLang="en-US" sz="1200" dirty="0"/>
                        <a:t>単発レッスン予約・決済</a:t>
                      </a:r>
                    </a:p>
                  </a:txBody>
                  <a:tcPr marL="60960" marR="60960" marT="30480" marB="30480"/>
                </a:tc>
                <a:tc>
                  <a:txBody>
                    <a:bodyPr/>
                    <a:lstStyle/>
                    <a:p>
                      <a:r>
                        <a:rPr kumimoji="1" lang="ja-JP" altLang="en-US" sz="1200" dirty="0"/>
                        <a:t>スイマー：単発での受けたいレッスンを予約し決済をする</a:t>
                      </a:r>
                      <a:endParaRPr kumimoji="1" lang="en-US" altLang="ja-JP" sz="1200" dirty="0"/>
                    </a:p>
                    <a:p>
                      <a:r>
                        <a:rPr kumimoji="1" lang="ja-JP" altLang="en-US" sz="1200" dirty="0"/>
                        <a:t>管理者：レッスン作成とレッスン管理、ダッシュボード機能</a:t>
                      </a:r>
                    </a:p>
                  </a:txBody>
                  <a:tcPr marL="60960" marR="60960" marT="30480" marB="30480"/>
                </a:tc>
                <a:tc>
                  <a:txBody>
                    <a:bodyPr/>
                    <a:lstStyle/>
                    <a:p>
                      <a:r>
                        <a:rPr kumimoji="1" lang="en-US" altLang="ja-JP" sz="1200" dirty="0"/>
                        <a:t>Next.js</a:t>
                      </a:r>
                      <a:r>
                        <a:rPr kumimoji="1" lang="ja-JP" altLang="en-US" sz="1200" dirty="0"/>
                        <a:t>＋</a:t>
                      </a:r>
                      <a:r>
                        <a:rPr kumimoji="1" lang="en-US" altLang="ja-JP" sz="1200" dirty="0" err="1"/>
                        <a:t>Supabase</a:t>
                      </a:r>
                      <a:endParaRPr kumimoji="1" lang="ja-JP" altLang="en-US" sz="1200" dirty="0"/>
                    </a:p>
                  </a:txBody>
                  <a:tcPr marL="60960" marR="60960" marT="30480" marB="30480"/>
                </a:tc>
                <a:extLst>
                  <a:ext uri="{0D108BD9-81ED-4DB2-BD59-A6C34878D82A}">
                    <a16:rowId xmlns:a16="http://schemas.microsoft.com/office/drawing/2014/main" val="2875140299"/>
                  </a:ext>
                </a:extLst>
              </a:tr>
              <a:tr h="805072">
                <a:tc>
                  <a:txBody>
                    <a:bodyPr/>
                    <a:lstStyle/>
                    <a:p>
                      <a:endParaRPr kumimoji="1" lang="ja-JP" altLang="en-US" sz="1200" dirty="0"/>
                    </a:p>
                  </a:txBody>
                  <a:tcPr marL="60960" marR="60960" marT="30480" marB="30480"/>
                </a:tc>
                <a:tc>
                  <a:txBody>
                    <a:bodyPr/>
                    <a:lstStyle/>
                    <a:p>
                      <a:r>
                        <a:rPr kumimoji="1" lang="ja-JP" altLang="en-US" sz="1200" dirty="0"/>
                        <a:t>チーム管理</a:t>
                      </a:r>
                    </a:p>
                  </a:txBody>
                  <a:tcPr marL="60960" marR="60960" marT="30480" marB="30480"/>
                </a:tc>
                <a:tc>
                  <a:txBody>
                    <a:bodyPr/>
                    <a:lstStyle/>
                    <a:p>
                      <a:r>
                        <a:rPr kumimoji="1" lang="ja-JP" altLang="en-US" sz="1200" dirty="0"/>
                        <a:t>チームでの予約管理と月謝管理（≒</a:t>
                      </a:r>
                      <a:r>
                        <a:rPr kumimoji="1" lang="en-US" altLang="ja-JP" sz="1200" dirty="0" err="1"/>
                        <a:t>SchoolBoost</a:t>
                      </a:r>
                      <a:r>
                        <a:rPr kumimoji="1" lang="en-US" altLang="ja-JP" sz="1200" dirty="0"/>
                        <a:t> AI</a:t>
                      </a:r>
                      <a:r>
                        <a:rPr kumimoji="1" lang="ja-JP" altLang="en-US" sz="1200" dirty="0"/>
                        <a:t>）</a:t>
                      </a:r>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200" dirty="0"/>
                        <a:t>Next.js</a:t>
                      </a:r>
                      <a:r>
                        <a:rPr kumimoji="1" lang="ja-JP" altLang="en-US" sz="1200" dirty="0"/>
                        <a:t>＋</a:t>
                      </a:r>
                      <a:r>
                        <a:rPr kumimoji="1" lang="en-US" altLang="ja-JP" sz="1200" dirty="0" err="1"/>
                        <a:t>Supabase</a:t>
                      </a:r>
                      <a:endParaRPr kumimoji="1" lang="ja-JP" altLang="en-US" sz="1200" dirty="0"/>
                    </a:p>
                    <a:p>
                      <a:endParaRPr kumimoji="1" lang="ja-JP" altLang="en-US" sz="1200" dirty="0"/>
                    </a:p>
                  </a:txBody>
                  <a:tcPr marL="60960" marR="60960" marT="30480" marB="30480"/>
                </a:tc>
                <a:extLst>
                  <a:ext uri="{0D108BD9-81ED-4DB2-BD59-A6C34878D82A}">
                    <a16:rowId xmlns:a16="http://schemas.microsoft.com/office/drawing/2014/main" val="2231429547"/>
                  </a:ext>
                </a:extLst>
              </a:tr>
              <a:tr h="805072">
                <a:tc>
                  <a:txBody>
                    <a:bodyPr/>
                    <a:lstStyle/>
                    <a:p>
                      <a:endParaRPr kumimoji="1" lang="ja-JP" altLang="en-US" sz="1200" dirty="0"/>
                    </a:p>
                  </a:txBody>
                  <a:tcPr marL="60960" marR="60960" marT="30480" marB="30480"/>
                </a:tc>
                <a:tc>
                  <a:txBody>
                    <a:bodyPr/>
                    <a:lstStyle/>
                    <a:p>
                      <a:r>
                        <a:rPr kumimoji="1" lang="ja-JP" altLang="en-US" sz="1200" dirty="0"/>
                        <a:t>物販</a:t>
                      </a:r>
                    </a:p>
                  </a:txBody>
                  <a:tcPr marL="60960" marR="60960" marT="30480" marB="30480"/>
                </a:tc>
                <a:tc>
                  <a:txBody>
                    <a:bodyPr/>
                    <a:lstStyle/>
                    <a:p>
                      <a:r>
                        <a:rPr kumimoji="1" lang="en-US" altLang="ja-JP" sz="1200" dirty="0"/>
                        <a:t>HYDOOR</a:t>
                      </a:r>
                      <a:r>
                        <a:rPr kumimoji="1" lang="ja-JP" altLang="en-US" sz="1200" dirty="0"/>
                        <a:t>システムと連携させた</a:t>
                      </a:r>
                      <a:r>
                        <a:rPr kumimoji="1" lang="en-US" altLang="ja-JP" sz="1200" dirty="0"/>
                        <a:t>EC</a:t>
                      </a:r>
                      <a:r>
                        <a:rPr kumimoji="1" lang="ja-JP" altLang="en-US" sz="1200" dirty="0"/>
                        <a:t>機能</a:t>
                      </a:r>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200" dirty="0"/>
                        <a:t>Next.js</a:t>
                      </a:r>
                      <a:r>
                        <a:rPr kumimoji="1" lang="ja-JP" altLang="en-US" sz="1200" dirty="0"/>
                        <a:t>＋</a:t>
                      </a:r>
                      <a:r>
                        <a:rPr kumimoji="1" lang="en-US" altLang="ja-JP" sz="1200" dirty="0" err="1"/>
                        <a:t>Supabase</a:t>
                      </a:r>
                      <a:endParaRPr kumimoji="1" lang="ja-JP" altLang="en-US" sz="1200" dirty="0"/>
                    </a:p>
                    <a:p>
                      <a:endParaRPr kumimoji="1" lang="ja-JP" altLang="en-US" sz="1200" dirty="0"/>
                    </a:p>
                  </a:txBody>
                  <a:tcPr marL="60960" marR="60960" marT="30480" marB="30480"/>
                </a:tc>
                <a:extLst>
                  <a:ext uri="{0D108BD9-81ED-4DB2-BD59-A6C34878D82A}">
                    <a16:rowId xmlns:a16="http://schemas.microsoft.com/office/drawing/2014/main" val="516069393"/>
                  </a:ext>
                </a:extLst>
              </a:tr>
              <a:tr h="805072">
                <a:tc>
                  <a:txBody>
                    <a:bodyPr/>
                    <a:lstStyle/>
                    <a:p>
                      <a:endParaRPr kumimoji="1" lang="ja-JP" altLang="en-US" sz="1200" dirty="0"/>
                    </a:p>
                  </a:txBody>
                  <a:tcPr marL="60960" marR="60960" marT="30480" marB="30480"/>
                </a:tc>
                <a:tc>
                  <a:txBody>
                    <a:bodyPr/>
                    <a:lstStyle/>
                    <a:p>
                      <a:r>
                        <a:rPr kumimoji="1" lang="ja-JP" altLang="en-US" sz="1200" dirty="0"/>
                        <a:t>メディア</a:t>
                      </a:r>
                    </a:p>
                  </a:txBody>
                  <a:tcPr marL="60960" marR="60960" marT="30480" marB="30480"/>
                </a:tc>
                <a:tc>
                  <a:txBody>
                    <a:bodyPr/>
                    <a:lstStyle/>
                    <a:p>
                      <a:r>
                        <a:rPr kumimoji="1" lang="ja-JP" altLang="en-US" sz="1200" dirty="0"/>
                        <a:t>動画ブログを載せれる</a:t>
                      </a:r>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1200" dirty="0"/>
                        <a:t>Next.js</a:t>
                      </a:r>
                      <a:r>
                        <a:rPr kumimoji="1" lang="ja-JP" altLang="en-US" sz="1200" dirty="0"/>
                        <a:t>＋</a:t>
                      </a:r>
                      <a:r>
                        <a:rPr kumimoji="1" lang="en-US" altLang="ja-JP" sz="1200" dirty="0" err="1"/>
                        <a:t>Supabase</a:t>
                      </a:r>
                      <a:endParaRPr kumimoji="1" lang="ja-JP" altLang="en-US" sz="1200" dirty="0"/>
                    </a:p>
                    <a:p>
                      <a:endParaRPr kumimoji="1" lang="ja-JP" altLang="en-US" sz="1200" dirty="0"/>
                    </a:p>
                  </a:txBody>
                  <a:tcPr marL="60960" marR="60960" marT="30480" marB="30480"/>
                </a:tc>
                <a:extLst>
                  <a:ext uri="{0D108BD9-81ED-4DB2-BD59-A6C34878D82A}">
                    <a16:rowId xmlns:a16="http://schemas.microsoft.com/office/drawing/2014/main" val="60017141"/>
                  </a:ext>
                </a:extLst>
              </a:tr>
            </a:tbl>
          </a:graphicData>
        </a:graphic>
      </p:graphicFrame>
    </p:spTree>
    <p:extLst>
      <p:ext uri="{BB962C8B-B14F-4D97-AF65-F5344CB8AC3E}">
        <p14:creationId xmlns:p14="http://schemas.microsoft.com/office/powerpoint/2010/main" val="1638327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6">
          <a:extLst>
            <a:ext uri="{FF2B5EF4-FFF2-40B4-BE49-F238E27FC236}">
              <a16:creationId xmlns:a16="http://schemas.microsoft.com/office/drawing/2014/main" id="{BAB20703-60CF-FD1B-F8D1-B136ECE13150}"/>
            </a:ext>
          </a:extLst>
        </p:cNvPr>
        <p:cNvGrpSpPr/>
        <p:nvPr/>
      </p:nvGrpSpPr>
      <p:grpSpPr>
        <a:xfrm>
          <a:off x="0" y="0"/>
          <a:ext cx="0" cy="0"/>
          <a:chOff x="0" y="0"/>
          <a:chExt cx="0" cy="0"/>
        </a:xfrm>
      </p:grpSpPr>
      <p:sp>
        <p:nvSpPr>
          <p:cNvPr id="270" name="Google Shape;270;p6">
            <a:extLst>
              <a:ext uri="{FF2B5EF4-FFF2-40B4-BE49-F238E27FC236}">
                <a16:creationId xmlns:a16="http://schemas.microsoft.com/office/drawing/2014/main" id="{F6FC5CCC-67EA-0483-84F9-5321F0837302}"/>
              </a:ext>
            </a:extLst>
          </p:cNvPr>
          <p:cNvSpPr/>
          <p:nvPr/>
        </p:nvSpPr>
        <p:spPr>
          <a:xfrm>
            <a:off x="0" y="23084"/>
            <a:ext cx="12192000" cy="433899"/>
          </a:xfrm>
          <a:custGeom>
            <a:avLst/>
            <a:gdLst/>
            <a:ahLst/>
            <a:cxnLst/>
            <a:rect l="l" t="t" r="r" b="b"/>
            <a:pathLst>
              <a:path w="18288000" h="650849" extrusionOk="0">
                <a:moveTo>
                  <a:pt x="0" y="0"/>
                </a:moveTo>
                <a:lnTo>
                  <a:pt x="18288000" y="0"/>
                </a:lnTo>
                <a:lnTo>
                  <a:pt x="18288000" y="650849"/>
                </a:lnTo>
                <a:lnTo>
                  <a:pt x="0" y="650849"/>
                </a:lnTo>
                <a:lnTo>
                  <a:pt x="0" y="0"/>
                </a:lnTo>
                <a:close/>
              </a:path>
            </a:pathLst>
          </a:custGeom>
          <a:blipFill rotWithShape="1">
            <a:blip r:embed="rId3">
              <a:alphaModFix/>
            </a:blip>
            <a:stretch>
              <a:fillRect t="-1177556" b="-594403"/>
            </a:stretch>
          </a:blipFill>
          <a:ln>
            <a:noFill/>
          </a:ln>
        </p:spPr>
      </p:sp>
      <p:cxnSp>
        <p:nvCxnSpPr>
          <p:cNvPr id="271" name="Google Shape;271;p6">
            <a:extLst>
              <a:ext uri="{FF2B5EF4-FFF2-40B4-BE49-F238E27FC236}">
                <a16:creationId xmlns:a16="http://schemas.microsoft.com/office/drawing/2014/main" id="{8F9F1818-D2D4-28BE-473C-20AA7360FF9A}"/>
              </a:ext>
            </a:extLst>
          </p:cNvPr>
          <p:cNvCxnSpPr/>
          <p:nvPr/>
        </p:nvCxnSpPr>
        <p:spPr>
          <a:xfrm>
            <a:off x="0" y="1378343"/>
            <a:ext cx="10787553" cy="0"/>
          </a:xfrm>
          <a:prstGeom prst="straightConnector1">
            <a:avLst/>
          </a:prstGeom>
          <a:noFill/>
          <a:ln w="38100" cap="flat" cmpd="sng">
            <a:solidFill>
              <a:srgbClr val="A3CFF0"/>
            </a:solidFill>
            <a:prstDash val="solid"/>
            <a:round/>
            <a:headEnd type="none" w="sm" len="sm"/>
            <a:tailEnd type="none" w="sm" len="sm"/>
          </a:ln>
        </p:spPr>
      </p:cxnSp>
      <p:grpSp>
        <p:nvGrpSpPr>
          <p:cNvPr id="272" name="Google Shape;272;p6">
            <a:extLst>
              <a:ext uri="{FF2B5EF4-FFF2-40B4-BE49-F238E27FC236}">
                <a16:creationId xmlns:a16="http://schemas.microsoft.com/office/drawing/2014/main" id="{182C25C9-498E-7235-2EF7-6A3B20FAEDF4}"/>
              </a:ext>
            </a:extLst>
          </p:cNvPr>
          <p:cNvGrpSpPr/>
          <p:nvPr/>
        </p:nvGrpSpPr>
        <p:grpSpPr>
          <a:xfrm rot="5400000">
            <a:off x="3187" y="828283"/>
            <a:ext cx="456983" cy="463356"/>
            <a:chOff x="0" y="0"/>
            <a:chExt cx="801621" cy="812800"/>
          </a:xfrm>
        </p:grpSpPr>
        <p:sp>
          <p:nvSpPr>
            <p:cNvPr id="273" name="Google Shape;273;p6">
              <a:extLst>
                <a:ext uri="{FF2B5EF4-FFF2-40B4-BE49-F238E27FC236}">
                  <a16:creationId xmlns:a16="http://schemas.microsoft.com/office/drawing/2014/main" id="{D9B0731B-28F0-7870-FEEE-4D0D332E836F}"/>
                </a:ext>
              </a:extLst>
            </p:cNvPr>
            <p:cNvSpPr/>
            <p:nvPr/>
          </p:nvSpPr>
          <p:spPr>
            <a:xfrm>
              <a:off x="0" y="0"/>
              <a:ext cx="801621" cy="812800"/>
            </a:xfrm>
            <a:custGeom>
              <a:avLst/>
              <a:gdLst/>
              <a:ahLst/>
              <a:cxnLst/>
              <a:rect l="l" t="t" r="r" b="b"/>
              <a:pathLst>
                <a:path w="801621" h="812800" extrusionOk="0">
                  <a:moveTo>
                    <a:pt x="267351" y="19070"/>
                  </a:moveTo>
                  <a:cubicBezTo>
                    <a:pt x="308316" y="7556"/>
                    <a:pt x="355170" y="0"/>
                    <a:pt x="401026" y="0"/>
                  </a:cubicBezTo>
                  <a:cubicBezTo>
                    <a:pt x="446884" y="0"/>
                    <a:pt x="491010" y="6476"/>
                    <a:pt x="531673" y="17990"/>
                  </a:cubicBezTo>
                  <a:cubicBezTo>
                    <a:pt x="532540" y="18350"/>
                    <a:pt x="533405" y="18350"/>
                    <a:pt x="534269" y="18710"/>
                  </a:cubicBezTo>
                  <a:cubicBezTo>
                    <a:pt x="686980" y="64765"/>
                    <a:pt x="799458" y="186379"/>
                    <a:pt x="801621" y="328502"/>
                  </a:cubicBezTo>
                  <a:lnTo>
                    <a:pt x="801621" y="812800"/>
                  </a:lnTo>
                  <a:lnTo>
                    <a:pt x="0" y="812800"/>
                  </a:lnTo>
                  <a:lnTo>
                    <a:pt x="0" y="328861"/>
                  </a:lnTo>
                  <a:cubicBezTo>
                    <a:pt x="2163" y="185660"/>
                    <a:pt x="112910" y="64045"/>
                    <a:pt x="267351" y="19070"/>
                  </a:cubicBezTo>
                  <a:close/>
                </a:path>
              </a:pathLst>
            </a:custGeom>
            <a:solidFill>
              <a:srgbClr val="A3CFF0"/>
            </a:solidFill>
            <a:ln>
              <a:noFill/>
            </a:ln>
          </p:spPr>
          <p:txBody>
            <a:bodyPr spcFirstLastPara="1" wrap="square" lIns="60950" tIns="60950" rIns="60950" bIns="60950" anchor="ctr" anchorCtr="0">
              <a:noAutofit/>
            </a:bodyPr>
            <a:lstStyle/>
            <a:p>
              <a:endParaRPr sz="1200"/>
            </a:p>
          </p:txBody>
        </p:sp>
        <p:sp>
          <p:nvSpPr>
            <p:cNvPr id="274" name="Google Shape;274;p6">
              <a:extLst>
                <a:ext uri="{FF2B5EF4-FFF2-40B4-BE49-F238E27FC236}">
                  <a16:creationId xmlns:a16="http://schemas.microsoft.com/office/drawing/2014/main" id="{B2BEC375-D6D1-83DE-C561-85F92EDCEFB8}"/>
                </a:ext>
              </a:extLst>
            </p:cNvPr>
            <p:cNvSpPr txBox="1"/>
            <p:nvPr/>
          </p:nvSpPr>
          <p:spPr>
            <a:xfrm>
              <a:off x="0" y="3175"/>
              <a:ext cx="801621" cy="809625"/>
            </a:xfrm>
            <a:prstGeom prst="rect">
              <a:avLst/>
            </a:prstGeom>
            <a:noFill/>
            <a:ln>
              <a:noFill/>
            </a:ln>
          </p:spPr>
          <p:txBody>
            <a:bodyPr spcFirstLastPara="1" wrap="square" lIns="33867" tIns="33867" rIns="33867" bIns="33867" anchor="ctr" anchorCtr="0">
              <a:noAutofit/>
            </a:bodyPr>
            <a:lstStyle/>
            <a:p>
              <a:pPr algn="ctr">
                <a:lnSpc>
                  <a:spcPct val="218666"/>
                </a:lnSpc>
              </a:pPr>
              <a:endParaRPr sz="1200">
                <a:solidFill>
                  <a:schemeClr val="dk1"/>
                </a:solidFill>
                <a:latin typeface="Calibri"/>
                <a:ea typeface="Calibri"/>
                <a:cs typeface="Calibri"/>
                <a:sym typeface="Calibri"/>
              </a:endParaRPr>
            </a:p>
          </p:txBody>
        </p:sp>
      </p:grpSp>
      <p:sp>
        <p:nvSpPr>
          <p:cNvPr id="275" name="Google Shape;275;p6">
            <a:extLst>
              <a:ext uri="{FF2B5EF4-FFF2-40B4-BE49-F238E27FC236}">
                <a16:creationId xmlns:a16="http://schemas.microsoft.com/office/drawing/2014/main" id="{0948AE6A-7C74-662A-F719-896D4ACFAA45}"/>
              </a:ext>
            </a:extLst>
          </p:cNvPr>
          <p:cNvSpPr/>
          <p:nvPr/>
        </p:nvSpPr>
        <p:spPr>
          <a:xfrm>
            <a:off x="0" y="6424101"/>
            <a:ext cx="12192000" cy="433899"/>
          </a:xfrm>
          <a:custGeom>
            <a:avLst/>
            <a:gdLst/>
            <a:ahLst/>
            <a:cxnLst/>
            <a:rect l="l" t="t" r="r" b="b"/>
            <a:pathLst>
              <a:path w="18288000" h="650849" extrusionOk="0">
                <a:moveTo>
                  <a:pt x="0" y="0"/>
                </a:moveTo>
                <a:lnTo>
                  <a:pt x="18288000" y="0"/>
                </a:lnTo>
                <a:lnTo>
                  <a:pt x="18288000" y="650849"/>
                </a:lnTo>
                <a:lnTo>
                  <a:pt x="0" y="650849"/>
                </a:lnTo>
                <a:lnTo>
                  <a:pt x="0" y="0"/>
                </a:lnTo>
                <a:close/>
              </a:path>
            </a:pathLst>
          </a:custGeom>
          <a:blipFill rotWithShape="1">
            <a:blip r:embed="rId3">
              <a:alphaModFix/>
            </a:blip>
            <a:stretch>
              <a:fillRect t="-1177556" b="-594403"/>
            </a:stretch>
          </a:blipFill>
          <a:ln>
            <a:noFill/>
          </a:ln>
        </p:spPr>
      </p:sp>
      <p:sp>
        <p:nvSpPr>
          <p:cNvPr id="276" name="Google Shape;276;p6">
            <a:extLst>
              <a:ext uri="{FF2B5EF4-FFF2-40B4-BE49-F238E27FC236}">
                <a16:creationId xmlns:a16="http://schemas.microsoft.com/office/drawing/2014/main" id="{B5812930-B416-6BBD-BA3A-9E5C391D088C}"/>
              </a:ext>
            </a:extLst>
          </p:cNvPr>
          <p:cNvSpPr txBox="1"/>
          <p:nvPr/>
        </p:nvSpPr>
        <p:spPr>
          <a:xfrm>
            <a:off x="736446" y="592214"/>
            <a:ext cx="4647893" cy="1709827"/>
          </a:xfrm>
          <a:prstGeom prst="rect">
            <a:avLst/>
          </a:prstGeom>
          <a:noFill/>
          <a:ln>
            <a:noFill/>
          </a:ln>
        </p:spPr>
        <p:txBody>
          <a:bodyPr spcFirstLastPara="1" wrap="square" lIns="0" tIns="0" rIns="0" bIns="0" anchor="t" anchorCtr="0">
            <a:spAutoFit/>
          </a:bodyPr>
          <a:lstStyle/>
          <a:p>
            <a:pPr>
              <a:lnSpc>
                <a:spcPct val="160007"/>
              </a:lnSpc>
            </a:pPr>
            <a:r>
              <a:rPr lang="en-US" altLang="ja-JP" sz="3600" dirty="0" err="1"/>
              <a:t>SchoolBoost</a:t>
            </a:r>
            <a:r>
              <a:rPr lang="en-US" altLang="ja-JP" sz="3600" dirty="0"/>
              <a:t> AI</a:t>
            </a:r>
            <a:endParaRPr lang="ja-JP" altLang="en-US" sz="3600" dirty="0"/>
          </a:p>
          <a:p>
            <a:pPr>
              <a:lnSpc>
                <a:spcPct val="160007"/>
              </a:lnSpc>
            </a:pPr>
            <a:endParaRPr sz="3344" b="1" dirty="0">
              <a:solidFill>
                <a:srgbClr val="000000"/>
              </a:solidFill>
              <a:latin typeface="Arial"/>
              <a:ea typeface="Arial"/>
              <a:cs typeface="Arial"/>
              <a:sym typeface="Arial"/>
            </a:endParaRPr>
          </a:p>
        </p:txBody>
      </p:sp>
      <p:graphicFrame>
        <p:nvGraphicFramePr>
          <p:cNvPr id="18" name="表 17">
            <a:extLst>
              <a:ext uri="{FF2B5EF4-FFF2-40B4-BE49-F238E27FC236}">
                <a16:creationId xmlns:a16="http://schemas.microsoft.com/office/drawing/2014/main" id="{7253B5B0-9C56-6440-BF64-7235072A8527}"/>
              </a:ext>
            </a:extLst>
          </p:cNvPr>
          <p:cNvGraphicFramePr>
            <a:graphicFrameLocks noGrp="1"/>
          </p:cNvGraphicFramePr>
          <p:nvPr/>
        </p:nvGraphicFramePr>
        <p:xfrm>
          <a:off x="150126" y="1530766"/>
          <a:ext cx="11596048" cy="4734684"/>
        </p:xfrm>
        <a:graphic>
          <a:graphicData uri="http://schemas.openxmlformats.org/drawingml/2006/table">
            <a:tbl>
              <a:tblPr firstRow="1" bandRow="1">
                <a:tableStyleId>{5C22544A-7EE6-4342-B048-85BDC9FD1C3A}</a:tableStyleId>
              </a:tblPr>
              <a:tblGrid>
                <a:gridCol w="2791247">
                  <a:extLst>
                    <a:ext uri="{9D8B030D-6E8A-4147-A177-3AD203B41FA5}">
                      <a16:colId xmlns:a16="http://schemas.microsoft.com/office/drawing/2014/main" val="1921561537"/>
                    </a:ext>
                  </a:extLst>
                </a:gridCol>
                <a:gridCol w="2532380">
                  <a:extLst>
                    <a:ext uri="{9D8B030D-6E8A-4147-A177-3AD203B41FA5}">
                      <a16:colId xmlns:a16="http://schemas.microsoft.com/office/drawing/2014/main" val="2865944021"/>
                    </a:ext>
                  </a:extLst>
                </a:gridCol>
                <a:gridCol w="3972879">
                  <a:extLst>
                    <a:ext uri="{9D8B030D-6E8A-4147-A177-3AD203B41FA5}">
                      <a16:colId xmlns:a16="http://schemas.microsoft.com/office/drawing/2014/main" val="1335576962"/>
                    </a:ext>
                  </a:extLst>
                </a:gridCol>
                <a:gridCol w="2299542">
                  <a:extLst>
                    <a:ext uri="{9D8B030D-6E8A-4147-A177-3AD203B41FA5}">
                      <a16:colId xmlns:a16="http://schemas.microsoft.com/office/drawing/2014/main" val="3769651827"/>
                    </a:ext>
                  </a:extLst>
                </a:gridCol>
              </a:tblGrid>
              <a:tr h="317337">
                <a:tc>
                  <a:txBody>
                    <a:bodyPr/>
                    <a:lstStyle/>
                    <a:p>
                      <a:r>
                        <a:rPr kumimoji="1" lang="ja-JP" altLang="en-US" sz="1200" dirty="0"/>
                        <a:t>ツール</a:t>
                      </a:r>
                    </a:p>
                  </a:txBody>
                  <a:tcPr marL="60960" marR="60960" marT="30480" marB="30480"/>
                </a:tc>
                <a:tc>
                  <a:txBody>
                    <a:bodyPr/>
                    <a:lstStyle/>
                    <a:p>
                      <a:r>
                        <a:rPr kumimoji="1" lang="ja-JP" altLang="en-US" sz="1200" dirty="0"/>
                        <a:t>機能一覧</a:t>
                      </a:r>
                    </a:p>
                  </a:txBody>
                  <a:tcPr marL="60960" marR="60960" marT="30480" marB="30480"/>
                </a:tc>
                <a:tc>
                  <a:txBody>
                    <a:bodyPr/>
                    <a:lstStyle/>
                    <a:p>
                      <a:r>
                        <a:rPr kumimoji="1" lang="ja-JP" altLang="en-US" sz="1200" dirty="0"/>
                        <a:t>用途</a:t>
                      </a:r>
                    </a:p>
                  </a:txBody>
                  <a:tcPr marL="60960" marR="60960" marT="30480" marB="30480"/>
                </a:tc>
                <a:tc>
                  <a:txBody>
                    <a:bodyPr/>
                    <a:lstStyle/>
                    <a:p>
                      <a:r>
                        <a:rPr kumimoji="1" lang="ja-JP" altLang="en-US" sz="1200" dirty="0"/>
                        <a:t>技術スタック</a:t>
                      </a:r>
                    </a:p>
                  </a:txBody>
                  <a:tcPr marL="60960" marR="60960" marT="30480" marB="30480"/>
                </a:tc>
                <a:extLst>
                  <a:ext uri="{0D108BD9-81ED-4DB2-BD59-A6C34878D82A}">
                    <a16:rowId xmlns:a16="http://schemas.microsoft.com/office/drawing/2014/main" val="84552247"/>
                  </a:ext>
                </a:extLst>
              </a:tr>
              <a:tr h="426720">
                <a:tc>
                  <a:txBody>
                    <a:bodyPr/>
                    <a:lstStyle/>
                    <a:p>
                      <a:r>
                        <a:rPr kumimoji="1" lang="ja-JP" altLang="en-US" sz="1200" dirty="0"/>
                        <a:t>（仮）</a:t>
                      </a:r>
                      <a:r>
                        <a:rPr kumimoji="1" lang="en-US" altLang="ja-JP" sz="1200" dirty="0" err="1"/>
                        <a:t>SchoolBoost</a:t>
                      </a:r>
                      <a:r>
                        <a:rPr kumimoji="1" lang="en-US" altLang="ja-JP" sz="1200" dirty="0"/>
                        <a:t> AI</a:t>
                      </a:r>
                      <a:endParaRPr kumimoji="1" lang="ja-JP" altLang="en-US" sz="1200" dirty="0"/>
                    </a:p>
                    <a:p>
                      <a:endParaRPr kumimoji="1" lang="ja-JP" altLang="en-US" sz="1200" dirty="0"/>
                    </a:p>
                  </a:txBody>
                  <a:tcPr marL="60960" marR="60960" marT="30480" marB="30480"/>
                </a:tc>
                <a:tc>
                  <a:txBody>
                    <a:bodyPr/>
                    <a:lstStyle/>
                    <a:p>
                      <a:r>
                        <a:rPr kumimoji="1" lang="ja-JP" altLang="en-US" sz="1200" dirty="0"/>
                        <a:t>予約管理</a:t>
                      </a:r>
                      <a:endParaRPr kumimoji="1" lang="en-US" altLang="ja-JP" sz="1200" dirty="0"/>
                    </a:p>
                  </a:txBody>
                  <a:tcPr marL="60960" marR="60960" marT="30480" marB="30480"/>
                </a:tc>
                <a:tc>
                  <a:txBody>
                    <a:bodyPr/>
                    <a:lstStyle/>
                    <a:p>
                      <a:r>
                        <a:rPr kumimoji="1" lang="ja-JP" altLang="en-US" sz="1200" dirty="0"/>
                        <a:t>レッスン管理、レッスンの欠席、振り替え</a:t>
                      </a:r>
                    </a:p>
                  </a:txBody>
                  <a:tcPr marL="60960" marR="60960" marT="30480" marB="30480"/>
                </a:tc>
                <a:tc>
                  <a:txBody>
                    <a:bodyPr/>
                    <a:lstStyle/>
                    <a:p>
                      <a:endParaRPr kumimoji="1" lang="ja-JP" altLang="en-US" sz="1200" dirty="0"/>
                    </a:p>
                  </a:txBody>
                  <a:tcPr marL="60960" marR="60960" marT="30480" marB="30480"/>
                </a:tc>
                <a:extLst>
                  <a:ext uri="{0D108BD9-81ED-4DB2-BD59-A6C34878D82A}">
                    <a16:rowId xmlns:a16="http://schemas.microsoft.com/office/drawing/2014/main" val="2875140299"/>
                  </a:ext>
                </a:extLst>
              </a:tr>
              <a:tr h="443403">
                <a:tc>
                  <a:txBody>
                    <a:bodyPr/>
                    <a:lstStyle/>
                    <a:p>
                      <a:endParaRPr kumimoji="1" lang="ja-JP" altLang="en-US" sz="1200" dirty="0"/>
                    </a:p>
                  </a:txBody>
                  <a:tcPr marL="60960" marR="60960" marT="30480" marB="30480"/>
                </a:tc>
                <a:tc>
                  <a:txBody>
                    <a:bodyPr/>
                    <a:lstStyle/>
                    <a:p>
                      <a:r>
                        <a:rPr kumimoji="1" lang="ja-JP" altLang="en-US" sz="1200" dirty="0"/>
                        <a:t>月謝管理</a:t>
                      </a:r>
                    </a:p>
                  </a:txBody>
                  <a:tcPr marL="60960" marR="60960" marT="30480" marB="30480"/>
                </a:tc>
                <a:tc>
                  <a:txBody>
                    <a:bodyPr/>
                    <a:lstStyle/>
                    <a:p>
                      <a:r>
                        <a:rPr kumimoji="1" lang="ja-JP" altLang="en-US" sz="1200" dirty="0"/>
                        <a:t>月謝の支払い、支払い管理</a:t>
                      </a:r>
                    </a:p>
                  </a:txBody>
                  <a:tcPr marL="60960" marR="60960" marT="30480" marB="30480"/>
                </a:tc>
                <a:tc>
                  <a:txBody>
                    <a:bodyPr/>
                    <a:lstStyle/>
                    <a:p>
                      <a:endParaRPr kumimoji="1" lang="ja-JP" altLang="en-US" sz="1200" dirty="0"/>
                    </a:p>
                  </a:txBody>
                  <a:tcPr marL="60960" marR="60960" marT="30480" marB="30480"/>
                </a:tc>
                <a:extLst>
                  <a:ext uri="{0D108BD9-81ED-4DB2-BD59-A6C34878D82A}">
                    <a16:rowId xmlns:a16="http://schemas.microsoft.com/office/drawing/2014/main" val="2231429547"/>
                  </a:ext>
                </a:extLst>
              </a:tr>
              <a:tr h="443403">
                <a:tc>
                  <a:txBody>
                    <a:bodyPr/>
                    <a:lstStyle/>
                    <a:p>
                      <a:endParaRPr kumimoji="1" lang="ja-JP" altLang="en-US" sz="1200" dirty="0"/>
                    </a:p>
                  </a:txBody>
                  <a:tcPr marL="60960" marR="60960" marT="30480" marB="30480"/>
                </a:tc>
                <a:tc>
                  <a:txBody>
                    <a:bodyPr/>
                    <a:lstStyle/>
                    <a:p>
                      <a:r>
                        <a:rPr kumimoji="1" lang="ja-JP" altLang="en-US" sz="1200" dirty="0"/>
                        <a:t>お知らせ配信</a:t>
                      </a:r>
                    </a:p>
                  </a:txBody>
                  <a:tcPr marL="60960" marR="60960" marT="30480" marB="30480"/>
                </a:tc>
                <a:tc>
                  <a:txBody>
                    <a:bodyPr/>
                    <a:lstStyle/>
                    <a:p>
                      <a:r>
                        <a:rPr kumimoji="1" lang="ja-JP" altLang="en-US" sz="1200" dirty="0"/>
                        <a:t>お知らせ管理</a:t>
                      </a:r>
                    </a:p>
                  </a:txBody>
                  <a:tcPr marL="60960" marR="60960" marT="30480" marB="30480"/>
                </a:tc>
                <a:tc>
                  <a:txBody>
                    <a:bodyPr/>
                    <a:lstStyle/>
                    <a:p>
                      <a:endParaRPr kumimoji="1" lang="ja-JP" altLang="en-US" sz="1200" dirty="0"/>
                    </a:p>
                  </a:txBody>
                  <a:tcPr marL="60960" marR="60960" marT="30480" marB="30480"/>
                </a:tc>
                <a:extLst>
                  <a:ext uri="{0D108BD9-81ED-4DB2-BD59-A6C34878D82A}">
                    <a16:rowId xmlns:a16="http://schemas.microsoft.com/office/drawing/2014/main" val="516069393"/>
                  </a:ext>
                </a:extLst>
              </a:tr>
              <a:tr h="443403">
                <a:tc>
                  <a:txBody>
                    <a:bodyPr/>
                    <a:lstStyle/>
                    <a:p>
                      <a:endParaRPr kumimoji="1" lang="ja-JP" altLang="en-US" sz="1200" dirty="0"/>
                    </a:p>
                  </a:txBody>
                  <a:tcPr marL="60960" marR="60960" marT="30480" marB="30480"/>
                </a:tc>
                <a:tc>
                  <a:txBody>
                    <a:bodyPr/>
                    <a:lstStyle/>
                    <a:p>
                      <a:r>
                        <a:rPr kumimoji="1" lang="en-US" altLang="ja-JP" sz="1200" dirty="0"/>
                        <a:t>Web</a:t>
                      </a:r>
                      <a:r>
                        <a:rPr kumimoji="1" lang="ja-JP" altLang="en-US" sz="1200" dirty="0"/>
                        <a:t>申し込み</a:t>
                      </a:r>
                    </a:p>
                  </a:txBody>
                  <a:tcPr marL="60960" marR="60960" marT="30480" marB="30480"/>
                </a:tc>
                <a:tc>
                  <a:txBody>
                    <a:bodyPr/>
                    <a:lstStyle/>
                    <a:p>
                      <a:r>
                        <a:rPr kumimoji="1" lang="ja-JP" altLang="en-US" sz="1200" dirty="0"/>
                        <a:t>申し込み受けつけ機能</a:t>
                      </a:r>
                    </a:p>
                  </a:txBody>
                  <a:tcPr marL="60960" marR="60960" marT="30480" marB="30480"/>
                </a:tc>
                <a:tc>
                  <a:txBody>
                    <a:bodyPr/>
                    <a:lstStyle/>
                    <a:p>
                      <a:endParaRPr kumimoji="1" lang="ja-JP" altLang="en-US" sz="1200" dirty="0"/>
                    </a:p>
                  </a:txBody>
                  <a:tcPr marL="60960" marR="60960" marT="30480" marB="30480"/>
                </a:tc>
                <a:extLst>
                  <a:ext uri="{0D108BD9-81ED-4DB2-BD59-A6C34878D82A}">
                    <a16:rowId xmlns:a16="http://schemas.microsoft.com/office/drawing/2014/main" val="60017141"/>
                  </a:ext>
                </a:extLst>
              </a:tr>
              <a:tr h="443403">
                <a:tc>
                  <a:txBody>
                    <a:bodyPr/>
                    <a:lstStyle/>
                    <a:p>
                      <a:endParaRPr kumimoji="1" lang="ja-JP" altLang="en-US" sz="1200" dirty="0"/>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200" dirty="0"/>
                        <a:t>会員管理</a:t>
                      </a:r>
                    </a:p>
                    <a:p>
                      <a:endParaRPr kumimoji="1" lang="ja-JP" altLang="en-US" sz="1200" dirty="0"/>
                    </a:p>
                  </a:txBody>
                  <a:tcPr marL="60960" marR="60960" marT="30480" marB="30480"/>
                </a:tc>
                <a:tc>
                  <a:txBody>
                    <a:bodyPr/>
                    <a:lstStyle/>
                    <a:p>
                      <a:r>
                        <a:rPr kumimoji="1" lang="ja-JP" altLang="en-US" sz="1200" dirty="0"/>
                        <a:t>全会員情報の管理</a:t>
                      </a:r>
                    </a:p>
                  </a:txBody>
                  <a:tcPr marL="60960" marR="60960" marT="30480" marB="30480"/>
                </a:tc>
                <a:tc>
                  <a:txBody>
                    <a:bodyPr/>
                    <a:lstStyle/>
                    <a:p>
                      <a:endParaRPr kumimoji="1" lang="ja-JP" altLang="en-US" sz="1200" dirty="0"/>
                    </a:p>
                  </a:txBody>
                  <a:tcPr marL="60960" marR="60960" marT="30480" marB="30480"/>
                </a:tc>
                <a:extLst>
                  <a:ext uri="{0D108BD9-81ED-4DB2-BD59-A6C34878D82A}">
                    <a16:rowId xmlns:a16="http://schemas.microsoft.com/office/drawing/2014/main" val="3575944999"/>
                  </a:ext>
                </a:extLst>
              </a:tr>
              <a:tr h="443403">
                <a:tc>
                  <a:txBody>
                    <a:bodyPr/>
                    <a:lstStyle/>
                    <a:p>
                      <a:endParaRPr kumimoji="1" lang="ja-JP" altLang="en-US" sz="1200" dirty="0"/>
                    </a:p>
                  </a:txBody>
                  <a:tcPr marL="60960" marR="60960" marT="30480" marB="30480"/>
                </a:tc>
                <a:tc>
                  <a:txBody>
                    <a:bodyPr/>
                    <a:lstStyle/>
                    <a:p>
                      <a:r>
                        <a:rPr kumimoji="1" lang="ja-JP" altLang="en-US" sz="1200" dirty="0"/>
                        <a:t>コミュニケーション機能</a:t>
                      </a:r>
                    </a:p>
                  </a:txBody>
                  <a:tcPr marL="60960" marR="60960" marT="30480" marB="30480"/>
                </a:tc>
                <a:tc>
                  <a:txBody>
                    <a:bodyPr/>
                    <a:lstStyle/>
                    <a:p>
                      <a:r>
                        <a:rPr kumimoji="1" lang="ja-JP" altLang="en-US" sz="1200" dirty="0"/>
                        <a:t>チャットでのやり取り</a:t>
                      </a:r>
                    </a:p>
                  </a:txBody>
                  <a:tcPr marL="60960" marR="60960" marT="30480" marB="30480"/>
                </a:tc>
                <a:tc>
                  <a:txBody>
                    <a:bodyPr/>
                    <a:lstStyle/>
                    <a:p>
                      <a:endParaRPr kumimoji="1" lang="ja-JP" altLang="en-US" sz="1200" dirty="0"/>
                    </a:p>
                  </a:txBody>
                  <a:tcPr marL="60960" marR="60960" marT="30480" marB="30480"/>
                </a:tc>
                <a:extLst>
                  <a:ext uri="{0D108BD9-81ED-4DB2-BD59-A6C34878D82A}">
                    <a16:rowId xmlns:a16="http://schemas.microsoft.com/office/drawing/2014/main" val="1529863588"/>
                  </a:ext>
                </a:extLst>
              </a:tr>
              <a:tr h="443403">
                <a:tc>
                  <a:txBody>
                    <a:bodyPr/>
                    <a:lstStyle/>
                    <a:p>
                      <a:endParaRPr kumimoji="1" lang="ja-JP" altLang="en-US" sz="1200" dirty="0"/>
                    </a:p>
                  </a:txBody>
                  <a:tcPr marL="60960" marR="60960" marT="30480" marB="30480"/>
                </a:tc>
                <a:tc>
                  <a:txBody>
                    <a:bodyPr/>
                    <a:lstStyle/>
                    <a:p>
                      <a:r>
                        <a:rPr kumimoji="1" lang="en-US" altLang="ja-JP" sz="1200" dirty="0"/>
                        <a:t>LINE</a:t>
                      </a:r>
                      <a:r>
                        <a:rPr kumimoji="1" lang="ja-JP" altLang="en-US" sz="1200" dirty="0"/>
                        <a:t>連携</a:t>
                      </a:r>
                    </a:p>
                  </a:txBody>
                  <a:tcPr marL="60960" marR="60960" marT="30480" marB="30480"/>
                </a:tc>
                <a:tc>
                  <a:txBody>
                    <a:bodyPr/>
                    <a:lstStyle/>
                    <a:p>
                      <a:r>
                        <a:rPr kumimoji="1" lang="en-US" altLang="ja-JP" sz="1200" dirty="0"/>
                        <a:t>LINE</a:t>
                      </a:r>
                      <a:r>
                        <a:rPr kumimoji="1" lang="ja-JP" altLang="en-US" sz="1200" dirty="0"/>
                        <a:t>連携してマイページログインやお知らせ受け取り</a:t>
                      </a:r>
                    </a:p>
                  </a:txBody>
                  <a:tcPr marL="60960" marR="60960" marT="30480" marB="30480"/>
                </a:tc>
                <a:tc>
                  <a:txBody>
                    <a:bodyPr/>
                    <a:lstStyle/>
                    <a:p>
                      <a:endParaRPr kumimoji="1" lang="ja-JP" altLang="en-US" sz="1200" dirty="0"/>
                    </a:p>
                  </a:txBody>
                  <a:tcPr marL="60960" marR="60960" marT="30480" marB="30480"/>
                </a:tc>
                <a:extLst>
                  <a:ext uri="{0D108BD9-81ED-4DB2-BD59-A6C34878D82A}">
                    <a16:rowId xmlns:a16="http://schemas.microsoft.com/office/drawing/2014/main" val="2218439766"/>
                  </a:ext>
                </a:extLst>
              </a:tr>
              <a:tr h="443403">
                <a:tc>
                  <a:txBody>
                    <a:bodyPr/>
                    <a:lstStyle/>
                    <a:p>
                      <a:endParaRPr kumimoji="1" lang="ja-JP" altLang="en-US" sz="1200" dirty="0"/>
                    </a:p>
                  </a:txBody>
                  <a:tcPr marL="60960" marR="60960" marT="30480" marB="30480"/>
                </a:tc>
                <a:tc>
                  <a:txBody>
                    <a:bodyPr/>
                    <a:lstStyle/>
                    <a:p>
                      <a:r>
                        <a:rPr kumimoji="1" lang="ja-JP" altLang="en-US" sz="1200" dirty="0"/>
                        <a:t>位置情報管理</a:t>
                      </a:r>
                    </a:p>
                  </a:txBody>
                  <a:tcPr marL="60960" marR="60960" marT="30480" marB="30480"/>
                </a:tc>
                <a:tc>
                  <a:txBody>
                    <a:bodyPr/>
                    <a:lstStyle/>
                    <a:p>
                      <a:r>
                        <a:rPr kumimoji="1" lang="ja-JP" altLang="en-US" sz="1200" dirty="0"/>
                        <a:t>位置情報でお子様の安全管理</a:t>
                      </a:r>
                    </a:p>
                  </a:txBody>
                  <a:tcPr marL="60960" marR="60960" marT="30480" marB="30480"/>
                </a:tc>
                <a:tc>
                  <a:txBody>
                    <a:bodyPr/>
                    <a:lstStyle/>
                    <a:p>
                      <a:endParaRPr kumimoji="1" lang="ja-JP" altLang="en-US" sz="1200" dirty="0"/>
                    </a:p>
                  </a:txBody>
                  <a:tcPr marL="60960" marR="60960" marT="30480" marB="30480"/>
                </a:tc>
                <a:extLst>
                  <a:ext uri="{0D108BD9-81ED-4DB2-BD59-A6C34878D82A}">
                    <a16:rowId xmlns:a16="http://schemas.microsoft.com/office/drawing/2014/main" val="321638938"/>
                  </a:ext>
                </a:extLst>
              </a:tr>
              <a:tr h="443403">
                <a:tc>
                  <a:txBody>
                    <a:bodyPr/>
                    <a:lstStyle/>
                    <a:p>
                      <a:endParaRPr kumimoji="1" lang="ja-JP" altLang="en-US" sz="1200" dirty="0"/>
                    </a:p>
                  </a:txBody>
                  <a:tcPr marL="60960" marR="60960" marT="30480" marB="30480"/>
                </a:tc>
                <a:tc>
                  <a:txBody>
                    <a:bodyPr/>
                    <a:lstStyle/>
                    <a:p>
                      <a:r>
                        <a:rPr kumimoji="1" lang="ja-JP" altLang="en-US" sz="1200" dirty="0"/>
                        <a:t>育成級管理</a:t>
                      </a:r>
                    </a:p>
                  </a:txBody>
                  <a:tcPr marL="60960" marR="60960" marT="30480" marB="30480"/>
                </a:tc>
                <a:tc>
                  <a:txBody>
                    <a:bodyPr/>
                    <a:lstStyle/>
                    <a:p>
                      <a:r>
                        <a:rPr kumimoji="1" lang="ja-JP" altLang="en-US" sz="1200" dirty="0"/>
                        <a:t>級の昇給管理と昇級でのワクワクする仕組み作り</a:t>
                      </a:r>
                    </a:p>
                  </a:txBody>
                  <a:tcPr marL="60960" marR="60960" marT="30480" marB="30480"/>
                </a:tc>
                <a:tc>
                  <a:txBody>
                    <a:bodyPr/>
                    <a:lstStyle/>
                    <a:p>
                      <a:endParaRPr kumimoji="1" lang="ja-JP" altLang="en-US" sz="1200" dirty="0"/>
                    </a:p>
                  </a:txBody>
                  <a:tcPr marL="60960" marR="60960" marT="30480" marB="30480"/>
                </a:tc>
                <a:extLst>
                  <a:ext uri="{0D108BD9-81ED-4DB2-BD59-A6C34878D82A}">
                    <a16:rowId xmlns:a16="http://schemas.microsoft.com/office/drawing/2014/main" val="2952307619"/>
                  </a:ext>
                </a:extLst>
              </a:tr>
              <a:tr h="443403">
                <a:tc>
                  <a:txBody>
                    <a:bodyPr/>
                    <a:lstStyle/>
                    <a:p>
                      <a:endParaRPr kumimoji="1" lang="ja-JP" altLang="en-US" sz="1200" dirty="0"/>
                    </a:p>
                  </a:txBody>
                  <a:tcPr marL="60960" marR="60960" marT="30480" marB="30480"/>
                </a:tc>
                <a:tc>
                  <a:txBody>
                    <a:bodyPr/>
                    <a:lstStyle/>
                    <a:p>
                      <a:r>
                        <a:rPr kumimoji="1" lang="ja-JP" altLang="en-US" sz="1200" dirty="0"/>
                        <a:t>データ管理</a:t>
                      </a:r>
                    </a:p>
                  </a:txBody>
                  <a:tcPr marL="60960" marR="60960" marT="30480" marB="30480"/>
                </a:tc>
                <a:tc>
                  <a:txBody>
                    <a:bodyPr/>
                    <a:lstStyle/>
                    <a:p>
                      <a:r>
                        <a:rPr kumimoji="1" lang="ja-JP" altLang="en-US" sz="1200" dirty="0"/>
                        <a:t>ファネル別の数値を集計できる</a:t>
                      </a:r>
                    </a:p>
                  </a:txBody>
                  <a:tcPr marL="60960" marR="60960" marT="30480" marB="30480"/>
                </a:tc>
                <a:tc>
                  <a:txBody>
                    <a:bodyPr/>
                    <a:lstStyle/>
                    <a:p>
                      <a:endParaRPr kumimoji="1" lang="ja-JP" altLang="en-US" sz="1200" dirty="0"/>
                    </a:p>
                  </a:txBody>
                  <a:tcPr marL="60960" marR="60960" marT="30480" marB="30480"/>
                </a:tc>
                <a:extLst>
                  <a:ext uri="{0D108BD9-81ED-4DB2-BD59-A6C34878D82A}">
                    <a16:rowId xmlns:a16="http://schemas.microsoft.com/office/drawing/2014/main" val="1934844195"/>
                  </a:ext>
                </a:extLst>
              </a:tr>
            </a:tbl>
          </a:graphicData>
        </a:graphic>
      </p:graphicFrame>
    </p:spTree>
    <p:extLst>
      <p:ext uri="{BB962C8B-B14F-4D97-AF65-F5344CB8AC3E}">
        <p14:creationId xmlns:p14="http://schemas.microsoft.com/office/powerpoint/2010/main" val="3380869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6">
          <a:extLst>
            <a:ext uri="{FF2B5EF4-FFF2-40B4-BE49-F238E27FC236}">
              <a16:creationId xmlns:a16="http://schemas.microsoft.com/office/drawing/2014/main" id="{5770EE47-180A-F5C2-1BBD-724C1F127189}"/>
            </a:ext>
          </a:extLst>
        </p:cNvPr>
        <p:cNvGrpSpPr/>
        <p:nvPr/>
      </p:nvGrpSpPr>
      <p:grpSpPr>
        <a:xfrm>
          <a:off x="0" y="0"/>
          <a:ext cx="0" cy="0"/>
          <a:chOff x="0" y="0"/>
          <a:chExt cx="0" cy="0"/>
        </a:xfrm>
      </p:grpSpPr>
      <p:sp>
        <p:nvSpPr>
          <p:cNvPr id="270" name="Google Shape;270;p6">
            <a:extLst>
              <a:ext uri="{FF2B5EF4-FFF2-40B4-BE49-F238E27FC236}">
                <a16:creationId xmlns:a16="http://schemas.microsoft.com/office/drawing/2014/main" id="{4628F62C-5EBC-DBF2-38D6-5FAAF835F48C}"/>
              </a:ext>
            </a:extLst>
          </p:cNvPr>
          <p:cNvSpPr/>
          <p:nvPr/>
        </p:nvSpPr>
        <p:spPr>
          <a:xfrm>
            <a:off x="0" y="23084"/>
            <a:ext cx="12192000" cy="433899"/>
          </a:xfrm>
          <a:custGeom>
            <a:avLst/>
            <a:gdLst/>
            <a:ahLst/>
            <a:cxnLst/>
            <a:rect l="l" t="t" r="r" b="b"/>
            <a:pathLst>
              <a:path w="18288000" h="650849" extrusionOk="0">
                <a:moveTo>
                  <a:pt x="0" y="0"/>
                </a:moveTo>
                <a:lnTo>
                  <a:pt x="18288000" y="0"/>
                </a:lnTo>
                <a:lnTo>
                  <a:pt x="18288000" y="650849"/>
                </a:lnTo>
                <a:lnTo>
                  <a:pt x="0" y="650849"/>
                </a:lnTo>
                <a:lnTo>
                  <a:pt x="0" y="0"/>
                </a:lnTo>
                <a:close/>
              </a:path>
            </a:pathLst>
          </a:custGeom>
          <a:blipFill rotWithShape="1">
            <a:blip r:embed="rId3">
              <a:alphaModFix/>
            </a:blip>
            <a:stretch>
              <a:fillRect t="-1177556" b="-594403"/>
            </a:stretch>
          </a:blipFill>
          <a:ln>
            <a:noFill/>
          </a:ln>
        </p:spPr>
      </p:sp>
      <p:cxnSp>
        <p:nvCxnSpPr>
          <p:cNvPr id="271" name="Google Shape;271;p6">
            <a:extLst>
              <a:ext uri="{FF2B5EF4-FFF2-40B4-BE49-F238E27FC236}">
                <a16:creationId xmlns:a16="http://schemas.microsoft.com/office/drawing/2014/main" id="{4DE5DE39-48DC-09A5-9BDF-61792C70F61A}"/>
              </a:ext>
            </a:extLst>
          </p:cNvPr>
          <p:cNvCxnSpPr/>
          <p:nvPr/>
        </p:nvCxnSpPr>
        <p:spPr>
          <a:xfrm>
            <a:off x="0" y="1378343"/>
            <a:ext cx="10787553" cy="0"/>
          </a:xfrm>
          <a:prstGeom prst="straightConnector1">
            <a:avLst/>
          </a:prstGeom>
          <a:noFill/>
          <a:ln w="38100" cap="flat" cmpd="sng">
            <a:solidFill>
              <a:srgbClr val="A3CFF0"/>
            </a:solidFill>
            <a:prstDash val="solid"/>
            <a:round/>
            <a:headEnd type="none" w="sm" len="sm"/>
            <a:tailEnd type="none" w="sm" len="sm"/>
          </a:ln>
        </p:spPr>
      </p:cxnSp>
      <p:grpSp>
        <p:nvGrpSpPr>
          <p:cNvPr id="272" name="Google Shape;272;p6">
            <a:extLst>
              <a:ext uri="{FF2B5EF4-FFF2-40B4-BE49-F238E27FC236}">
                <a16:creationId xmlns:a16="http://schemas.microsoft.com/office/drawing/2014/main" id="{8E854AD7-9D6F-9947-396D-E9DF4D1D103D}"/>
              </a:ext>
            </a:extLst>
          </p:cNvPr>
          <p:cNvGrpSpPr/>
          <p:nvPr/>
        </p:nvGrpSpPr>
        <p:grpSpPr>
          <a:xfrm rot="5400000">
            <a:off x="3187" y="828283"/>
            <a:ext cx="456983" cy="463356"/>
            <a:chOff x="0" y="0"/>
            <a:chExt cx="801621" cy="812800"/>
          </a:xfrm>
        </p:grpSpPr>
        <p:sp>
          <p:nvSpPr>
            <p:cNvPr id="273" name="Google Shape;273;p6">
              <a:extLst>
                <a:ext uri="{FF2B5EF4-FFF2-40B4-BE49-F238E27FC236}">
                  <a16:creationId xmlns:a16="http://schemas.microsoft.com/office/drawing/2014/main" id="{AB7F6DD3-CB43-E4E2-706A-3777B8C3C01F}"/>
                </a:ext>
              </a:extLst>
            </p:cNvPr>
            <p:cNvSpPr/>
            <p:nvPr/>
          </p:nvSpPr>
          <p:spPr>
            <a:xfrm>
              <a:off x="0" y="0"/>
              <a:ext cx="801621" cy="812800"/>
            </a:xfrm>
            <a:custGeom>
              <a:avLst/>
              <a:gdLst/>
              <a:ahLst/>
              <a:cxnLst/>
              <a:rect l="l" t="t" r="r" b="b"/>
              <a:pathLst>
                <a:path w="801621" h="812800" extrusionOk="0">
                  <a:moveTo>
                    <a:pt x="267351" y="19070"/>
                  </a:moveTo>
                  <a:cubicBezTo>
                    <a:pt x="308316" y="7556"/>
                    <a:pt x="355170" y="0"/>
                    <a:pt x="401026" y="0"/>
                  </a:cubicBezTo>
                  <a:cubicBezTo>
                    <a:pt x="446884" y="0"/>
                    <a:pt x="491010" y="6476"/>
                    <a:pt x="531673" y="17990"/>
                  </a:cubicBezTo>
                  <a:cubicBezTo>
                    <a:pt x="532540" y="18350"/>
                    <a:pt x="533405" y="18350"/>
                    <a:pt x="534269" y="18710"/>
                  </a:cubicBezTo>
                  <a:cubicBezTo>
                    <a:pt x="686980" y="64765"/>
                    <a:pt x="799458" y="186379"/>
                    <a:pt x="801621" y="328502"/>
                  </a:cubicBezTo>
                  <a:lnTo>
                    <a:pt x="801621" y="812800"/>
                  </a:lnTo>
                  <a:lnTo>
                    <a:pt x="0" y="812800"/>
                  </a:lnTo>
                  <a:lnTo>
                    <a:pt x="0" y="328861"/>
                  </a:lnTo>
                  <a:cubicBezTo>
                    <a:pt x="2163" y="185660"/>
                    <a:pt x="112910" y="64045"/>
                    <a:pt x="267351" y="19070"/>
                  </a:cubicBezTo>
                  <a:close/>
                </a:path>
              </a:pathLst>
            </a:custGeom>
            <a:solidFill>
              <a:srgbClr val="A3CFF0"/>
            </a:solidFill>
            <a:ln>
              <a:noFill/>
            </a:ln>
          </p:spPr>
          <p:txBody>
            <a:bodyPr spcFirstLastPara="1" wrap="square" lIns="60950" tIns="60950" rIns="60950" bIns="60950" anchor="ctr" anchorCtr="0">
              <a:noAutofit/>
            </a:bodyPr>
            <a:lstStyle/>
            <a:p>
              <a:endParaRPr sz="1200"/>
            </a:p>
          </p:txBody>
        </p:sp>
        <p:sp>
          <p:nvSpPr>
            <p:cNvPr id="274" name="Google Shape;274;p6">
              <a:extLst>
                <a:ext uri="{FF2B5EF4-FFF2-40B4-BE49-F238E27FC236}">
                  <a16:creationId xmlns:a16="http://schemas.microsoft.com/office/drawing/2014/main" id="{E4D2C63B-D64A-84A0-1F8D-E5A8F8CE5ED6}"/>
                </a:ext>
              </a:extLst>
            </p:cNvPr>
            <p:cNvSpPr txBox="1"/>
            <p:nvPr/>
          </p:nvSpPr>
          <p:spPr>
            <a:xfrm>
              <a:off x="0" y="3175"/>
              <a:ext cx="801621" cy="809625"/>
            </a:xfrm>
            <a:prstGeom prst="rect">
              <a:avLst/>
            </a:prstGeom>
            <a:noFill/>
            <a:ln>
              <a:noFill/>
            </a:ln>
          </p:spPr>
          <p:txBody>
            <a:bodyPr spcFirstLastPara="1" wrap="square" lIns="33867" tIns="33867" rIns="33867" bIns="33867" anchor="ctr" anchorCtr="0">
              <a:noAutofit/>
            </a:bodyPr>
            <a:lstStyle/>
            <a:p>
              <a:pPr algn="ctr">
                <a:lnSpc>
                  <a:spcPct val="218666"/>
                </a:lnSpc>
              </a:pPr>
              <a:endParaRPr sz="1200">
                <a:solidFill>
                  <a:schemeClr val="dk1"/>
                </a:solidFill>
                <a:latin typeface="Calibri"/>
                <a:ea typeface="Calibri"/>
                <a:cs typeface="Calibri"/>
                <a:sym typeface="Calibri"/>
              </a:endParaRPr>
            </a:p>
          </p:txBody>
        </p:sp>
      </p:grpSp>
      <p:sp>
        <p:nvSpPr>
          <p:cNvPr id="275" name="Google Shape;275;p6">
            <a:extLst>
              <a:ext uri="{FF2B5EF4-FFF2-40B4-BE49-F238E27FC236}">
                <a16:creationId xmlns:a16="http://schemas.microsoft.com/office/drawing/2014/main" id="{3BF80E70-3FD4-99FE-C6F3-E04DBEAEAA4F}"/>
              </a:ext>
            </a:extLst>
          </p:cNvPr>
          <p:cNvSpPr/>
          <p:nvPr/>
        </p:nvSpPr>
        <p:spPr>
          <a:xfrm>
            <a:off x="0" y="6424101"/>
            <a:ext cx="12192000" cy="433899"/>
          </a:xfrm>
          <a:custGeom>
            <a:avLst/>
            <a:gdLst/>
            <a:ahLst/>
            <a:cxnLst/>
            <a:rect l="l" t="t" r="r" b="b"/>
            <a:pathLst>
              <a:path w="18288000" h="650849" extrusionOk="0">
                <a:moveTo>
                  <a:pt x="0" y="0"/>
                </a:moveTo>
                <a:lnTo>
                  <a:pt x="18288000" y="0"/>
                </a:lnTo>
                <a:lnTo>
                  <a:pt x="18288000" y="650849"/>
                </a:lnTo>
                <a:lnTo>
                  <a:pt x="0" y="650849"/>
                </a:lnTo>
                <a:lnTo>
                  <a:pt x="0" y="0"/>
                </a:lnTo>
                <a:close/>
              </a:path>
            </a:pathLst>
          </a:custGeom>
          <a:blipFill rotWithShape="1">
            <a:blip r:embed="rId3">
              <a:alphaModFix/>
            </a:blip>
            <a:stretch>
              <a:fillRect t="-1177556" b="-594403"/>
            </a:stretch>
          </a:blipFill>
          <a:ln>
            <a:noFill/>
          </a:ln>
        </p:spPr>
      </p:sp>
      <p:sp>
        <p:nvSpPr>
          <p:cNvPr id="276" name="Google Shape;276;p6">
            <a:extLst>
              <a:ext uri="{FF2B5EF4-FFF2-40B4-BE49-F238E27FC236}">
                <a16:creationId xmlns:a16="http://schemas.microsoft.com/office/drawing/2014/main" id="{1E78DD6E-536F-4937-B5A5-F245BDDE4B08}"/>
              </a:ext>
            </a:extLst>
          </p:cNvPr>
          <p:cNvSpPr txBox="1"/>
          <p:nvPr/>
        </p:nvSpPr>
        <p:spPr>
          <a:xfrm>
            <a:off x="736446" y="592214"/>
            <a:ext cx="4647893" cy="1709827"/>
          </a:xfrm>
          <a:prstGeom prst="rect">
            <a:avLst/>
          </a:prstGeom>
          <a:noFill/>
          <a:ln>
            <a:noFill/>
          </a:ln>
        </p:spPr>
        <p:txBody>
          <a:bodyPr spcFirstLastPara="1" wrap="square" lIns="0" tIns="0" rIns="0" bIns="0" anchor="t" anchorCtr="0">
            <a:spAutoFit/>
          </a:bodyPr>
          <a:lstStyle/>
          <a:p>
            <a:pPr>
              <a:lnSpc>
                <a:spcPct val="160007"/>
              </a:lnSpc>
            </a:pPr>
            <a:r>
              <a:rPr lang="ja-JP" altLang="en-US" sz="3600" dirty="0"/>
              <a:t>スーパー支配人</a:t>
            </a:r>
          </a:p>
          <a:p>
            <a:pPr>
              <a:lnSpc>
                <a:spcPct val="160007"/>
              </a:lnSpc>
            </a:pPr>
            <a:endParaRPr sz="3344" b="1" dirty="0">
              <a:solidFill>
                <a:srgbClr val="000000"/>
              </a:solidFill>
              <a:latin typeface="Arial"/>
              <a:ea typeface="Arial"/>
              <a:cs typeface="Arial"/>
              <a:sym typeface="Arial"/>
            </a:endParaRPr>
          </a:p>
        </p:txBody>
      </p:sp>
      <p:graphicFrame>
        <p:nvGraphicFramePr>
          <p:cNvPr id="18" name="表 17">
            <a:extLst>
              <a:ext uri="{FF2B5EF4-FFF2-40B4-BE49-F238E27FC236}">
                <a16:creationId xmlns:a16="http://schemas.microsoft.com/office/drawing/2014/main" id="{79B525C6-C6C1-150D-7D3C-FFC355F431E6}"/>
              </a:ext>
            </a:extLst>
          </p:cNvPr>
          <p:cNvGraphicFramePr>
            <a:graphicFrameLocks noGrp="1"/>
          </p:cNvGraphicFramePr>
          <p:nvPr/>
        </p:nvGraphicFramePr>
        <p:xfrm>
          <a:off x="150126" y="1530766"/>
          <a:ext cx="11596048" cy="4642647"/>
        </p:xfrm>
        <a:graphic>
          <a:graphicData uri="http://schemas.openxmlformats.org/drawingml/2006/table">
            <a:tbl>
              <a:tblPr firstRow="1" bandRow="1">
                <a:tableStyleId>{5C22544A-7EE6-4342-B048-85BDC9FD1C3A}</a:tableStyleId>
              </a:tblPr>
              <a:tblGrid>
                <a:gridCol w="2791247">
                  <a:extLst>
                    <a:ext uri="{9D8B030D-6E8A-4147-A177-3AD203B41FA5}">
                      <a16:colId xmlns:a16="http://schemas.microsoft.com/office/drawing/2014/main" val="1921561537"/>
                    </a:ext>
                  </a:extLst>
                </a:gridCol>
                <a:gridCol w="2532380">
                  <a:extLst>
                    <a:ext uri="{9D8B030D-6E8A-4147-A177-3AD203B41FA5}">
                      <a16:colId xmlns:a16="http://schemas.microsoft.com/office/drawing/2014/main" val="2865944021"/>
                    </a:ext>
                  </a:extLst>
                </a:gridCol>
                <a:gridCol w="2499429">
                  <a:extLst>
                    <a:ext uri="{9D8B030D-6E8A-4147-A177-3AD203B41FA5}">
                      <a16:colId xmlns:a16="http://schemas.microsoft.com/office/drawing/2014/main" val="1335576962"/>
                    </a:ext>
                  </a:extLst>
                </a:gridCol>
                <a:gridCol w="3772992">
                  <a:extLst>
                    <a:ext uri="{9D8B030D-6E8A-4147-A177-3AD203B41FA5}">
                      <a16:colId xmlns:a16="http://schemas.microsoft.com/office/drawing/2014/main" val="3769651827"/>
                    </a:ext>
                  </a:extLst>
                </a:gridCol>
              </a:tblGrid>
              <a:tr h="382881">
                <a:tc>
                  <a:txBody>
                    <a:bodyPr/>
                    <a:lstStyle/>
                    <a:p>
                      <a:r>
                        <a:rPr kumimoji="1" lang="ja-JP" altLang="en-US" sz="1200" dirty="0"/>
                        <a:t>ツール</a:t>
                      </a:r>
                    </a:p>
                  </a:txBody>
                  <a:tcPr marL="60960" marR="60960" marT="30480" marB="30480"/>
                </a:tc>
                <a:tc>
                  <a:txBody>
                    <a:bodyPr/>
                    <a:lstStyle/>
                    <a:p>
                      <a:r>
                        <a:rPr kumimoji="1" lang="ja-JP" altLang="en-US" sz="1200" dirty="0"/>
                        <a:t>機能一覧</a:t>
                      </a:r>
                    </a:p>
                  </a:txBody>
                  <a:tcPr marL="60960" marR="60960" marT="30480" marB="30480"/>
                </a:tc>
                <a:tc>
                  <a:txBody>
                    <a:bodyPr/>
                    <a:lstStyle/>
                    <a:p>
                      <a:r>
                        <a:rPr kumimoji="1" lang="ja-JP" altLang="en-US" sz="1200" dirty="0"/>
                        <a:t>エージェント一覧</a:t>
                      </a:r>
                    </a:p>
                  </a:txBody>
                  <a:tcPr marL="60960" marR="60960" marT="30480" marB="30480"/>
                </a:tc>
                <a:tc>
                  <a:txBody>
                    <a:bodyPr/>
                    <a:lstStyle/>
                    <a:p>
                      <a:r>
                        <a:rPr kumimoji="1" lang="ja-JP" altLang="en-US" sz="1200" dirty="0"/>
                        <a:t>用途</a:t>
                      </a:r>
                    </a:p>
                  </a:txBody>
                  <a:tcPr marL="60960" marR="60960" marT="30480" marB="30480"/>
                </a:tc>
                <a:extLst>
                  <a:ext uri="{0D108BD9-81ED-4DB2-BD59-A6C34878D82A}">
                    <a16:rowId xmlns:a16="http://schemas.microsoft.com/office/drawing/2014/main" val="84552247"/>
                  </a:ext>
                </a:extLst>
              </a:tr>
              <a:tr h="514857">
                <a:tc>
                  <a:txBody>
                    <a:bodyPr/>
                    <a:lstStyle/>
                    <a:p>
                      <a:r>
                        <a:rPr kumimoji="1" lang="ja-JP" altLang="en-US" sz="1200" dirty="0"/>
                        <a:t>（仮）スーパー支配人</a:t>
                      </a:r>
                    </a:p>
                    <a:p>
                      <a:endParaRPr kumimoji="1" lang="ja-JP" altLang="en-US" sz="1200" dirty="0"/>
                    </a:p>
                  </a:txBody>
                  <a:tcPr marL="60960" marR="60960" marT="30480" marB="30480"/>
                </a:tc>
                <a:tc>
                  <a:txBody>
                    <a:bodyPr/>
                    <a:lstStyle/>
                    <a:p>
                      <a:r>
                        <a:rPr kumimoji="1" lang="ja-JP" altLang="en-US" sz="1200" dirty="0"/>
                        <a:t>営業企画</a:t>
                      </a:r>
                      <a:endParaRPr kumimoji="1" lang="en-US" altLang="ja-JP" sz="1200" dirty="0"/>
                    </a:p>
                  </a:txBody>
                  <a:tcPr marL="60960" marR="60960" marT="30480" marB="30480"/>
                </a:tc>
                <a:tc>
                  <a:txBody>
                    <a:bodyPr/>
                    <a:lstStyle/>
                    <a:p>
                      <a:r>
                        <a:rPr kumimoji="1" lang="ja-JP" altLang="en-US" sz="1200" dirty="0"/>
                        <a:t>新規顧客獲得エージェント</a:t>
                      </a:r>
                    </a:p>
                  </a:txBody>
                  <a:tcPr marL="60960" marR="60960" marT="30480" marB="30480"/>
                </a:tc>
                <a:tc>
                  <a:txBody>
                    <a:bodyPr/>
                    <a:lstStyle/>
                    <a:p>
                      <a:r>
                        <a:rPr kumimoji="1" lang="ja-JP" altLang="en-US" sz="1200" dirty="0"/>
                        <a:t>新規顧客を獲得するのに企画を出してくれる</a:t>
                      </a:r>
                    </a:p>
                  </a:txBody>
                  <a:tcPr marL="60960" marR="60960" marT="30480" marB="30480"/>
                </a:tc>
                <a:extLst>
                  <a:ext uri="{0D108BD9-81ED-4DB2-BD59-A6C34878D82A}">
                    <a16:rowId xmlns:a16="http://schemas.microsoft.com/office/drawing/2014/main" val="2875140299"/>
                  </a:ext>
                </a:extLst>
              </a:tr>
              <a:tr h="534987">
                <a:tc>
                  <a:txBody>
                    <a:bodyPr/>
                    <a:lstStyle/>
                    <a:p>
                      <a:endParaRPr kumimoji="1" lang="ja-JP" altLang="en-US" sz="1200" dirty="0"/>
                    </a:p>
                  </a:txBody>
                  <a:tcPr marL="60960" marR="60960" marT="30480" marB="30480"/>
                </a:tc>
                <a:tc>
                  <a:txBody>
                    <a:bodyPr/>
                    <a:lstStyle/>
                    <a:p>
                      <a:endParaRPr kumimoji="1" lang="ja-JP" altLang="en-US" sz="1200" dirty="0"/>
                    </a:p>
                  </a:txBody>
                  <a:tcPr marL="60960" marR="60960" marT="30480" marB="30480"/>
                </a:tc>
                <a:tc>
                  <a:txBody>
                    <a:bodyPr/>
                    <a:lstStyle/>
                    <a:p>
                      <a:r>
                        <a:rPr kumimoji="1" lang="ja-JP" altLang="en-US" sz="1200" dirty="0"/>
                        <a:t>リテンションエージェント</a:t>
                      </a:r>
                    </a:p>
                  </a:txBody>
                  <a:tcPr marL="60960" marR="60960" marT="30480" marB="30480"/>
                </a:tc>
                <a:tc>
                  <a:txBody>
                    <a:bodyPr/>
                    <a:lstStyle/>
                    <a:p>
                      <a:r>
                        <a:rPr kumimoji="1" lang="ja-JP" altLang="en-US" sz="1200" dirty="0"/>
                        <a:t>既存の顧客を逃がさないための企画を出してくれる</a:t>
                      </a:r>
                      <a:endParaRPr kumimoji="1" lang="en-US" altLang="ja-JP" sz="1200" dirty="0"/>
                    </a:p>
                    <a:p>
                      <a:r>
                        <a:rPr kumimoji="1" lang="ja-JP" altLang="en-US" sz="1200" dirty="0"/>
                        <a:t>アップセル・クロスセルを生む企画を出してくれる</a:t>
                      </a:r>
                    </a:p>
                  </a:txBody>
                  <a:tcPr marL="60960" marR="60960" marT="30480" marB="30480"/>
                </a:tc>
                <a:extLst>
                  <a:ext uri="{0D108BD9-81ED-4DB2-BD59-A6C34878D82A}">
                    <a16:rowId xmlns:a16="http://schemas.microsoft.com/office/drawing/2014/main" val="2231429547"/>
                  </a:ext>
                </a:extLst>
              </a:tr>
              <a:tr h="534987">
                <a:tc>
                  <a:txBody>
                    <a:bodyPr/>
                    <a:lstStyle/>
                    <a:p>
                      <a:endParaRPr kumimoji="1" lang="ja-JP" altLang="en-US" sz="1200" dirty="0"/>
                    </a:p>
                  </a:txBody>
                  <a:tcPr marL="60960" marR="60960" marT="30480" marB="30480"/>
                </a:tc>
                <a:tc>
                  <a:txBody>
                    <a:bodyPr/>
                    <a:lstStyle/>
                    <a:p>
                      <a:endParaRPr kumimoji="1" lang="ja-JP" altLang="en-US" sz="1200" dirty="0"/>
                    </a:p>
                  </a:txBody>
                  <a:tcPr marL="60960" marR="60960" marT="30480" marB="30480"/>
                </a:tc>
                <a:tc>
                  <a:txBody>
                    <a:bodyPr/>
                    <a:lstStyle/>
                    <a:p>
                      <a:r>
                        <a:rPr kumimoji="1" lang="ja-JP" altLang="en-US" sz="1200" dirty="0"/>
                        <a:t>再アタックエージェント</a:t>
                      </a:r>
                    </a:p>
                  </a:txBody>
                  <a:tcPr marL="60960" marR="60960" marT="30480" marB="30480"/>
                </a:tc>
                <a:tc>
                  <a:txBody>
                    <a:bodyPr/>
                    <a:lstStyle/>
                    <a:p>
                      <a:r>
                        <a:rPr kumimoji="1" lang="ja-JP" altLang="en-US" sz="1200" dirty="0"/>
                        <a:t>失注した顧客から新しい契約を生むエージェント</a:t>
                      </a:r>
                    </a:p>
                  </a:txBody>
                  <a:tcPr marL="60960" marR="60960" marT="30480" marB="30480"/>
                </a:tc>
                <a:extLst>
                  <a:ext uri="{0D108BD9-81ED-4DB2-BD59-A6C34878D82A}">
                    <a16:rowId xmlns:a16="http://schemas.microsoft.com/office/drawing/2014/main" val="516069393"/>
                  </a:ext>
                </a:extLst>
              </a:tr>
              <a:tr h="534987">
                <a:tc>
                  <a:txBody>
                    <a:bodyPr/>
                    <a:lstStyle/>
                    <a:p>
                      <a:endParaRPr kumimoji="1" lang="ja-JP" altLang="en-US" sz="1200" dirty="0"/>
                    </a:p>
                  </a:txBody>
                  <a:tcPr marL="60960" marR="60960" marT="30480" marB="3048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1200" dirty="0"/>
                        <a:t>営業</a:t>
                      </a:r>
                    </a:p>
                    <a:p>
                      <a:endParaRPr kumimoji="1" lang="ja-JP" altLang="en-US" sz="1200" dirty="0"/>
                    </a:p>
                  </a:txBody>
                  <a:tcPr marL="60960" marR="60960" marT="30480" marB="30480"/>
                </a:tc>
                <a:tc>
                  <a:txBody>
                    <a:bodyPr/>
                    <a:lstStyle/>
                    <a:p>
                      <a:r>
                        <a:rPr kumimoji="1" lang="ja-JP" altLang="en-US" sz="1200" dirty="0"/>
                        <a:t>振り分けエージェント</a:t>
                      </a:r>
                    </a:p>
                  </a:txBody>
                  <a:tcPr marL="60960" marR="60960" marT="30480" marB="30480"/>
                </a:tc>
                <a:tc>
                  <a:txBody>
                    <a:bodyPr/>
                    <a:lstStyle/>
                    <a:p>
                      <a:r>
                        <a:rPr kumimoji="1" lang="ja-JP" altLang="en-US" sz="1200" dirty="0"/>
                        <a:t>承認された企画に対して具体的なアクションに落とし込むエージェント</a:t>
                      </a:r>
                    </a:p>
                  </a:txBody>
                  <a:tcPr marL="60960" marR="60960" marT="30480" marB="30480"/>
                </a:tc>
                <a:extLst>
                  <a:ext uri="{0D108BD9-81ED-4DB2-BD59-A6C34878D82A}">
                    <a16:rowId xmlns:a16="http://schemas.microsoft.com/office/drawing/2014/main" val="60017141"/>
                  </a:ext>
                </a:extLst>
              </a:tr>
              <a:tr h="534987">
                <a:tc>
                  <a:txBody>
                    <a:bodyPr/>
                    <a:lstStyle/>
                    <a:p>
                      <a:endParaRPr kumimoji="1" lang="ja-JP" altLang="en-US" sz="1200" dirty="0"/>
                    </a:p>
                  </a:txBody>
                  <a:tcPr marL="60960" marR="60960" marT="30480" marB="30480"/>
                </a:tc>
                <a:tc>
                  <a:txBody>
                    <a:bodyPr/>
                    <a:lstStyle/>
                    <a:p>
                      <a:endParaRPr kumimoji="1" lang="ja-JP" altLang="en-US" sz="1200" dirty="0"/>
                    </a:p>
                  </a:txBody>
                  <a:tcPr marL="60960" marR="60960" marT="30480" marB="30480"/>
                </a:tc>
                <a:tc>
                  <a:txBody>
                    <a:bodyPr/>
                    <a:lstStyle/>
                    <a:p>
                      <a:r>
                        <a:rPr kumimoji="1" lang="ja-JP" altLang="en-US" sz="1200" dirty="0"/>
                        <a:t>コンテンツクリエイターエージェント</a:t>
                      </a:r>
                    </a:p>
                  </a:txBody>
                  <a:tcPr marL="60960" marR="60960" marT="30480" marB="30480"/>
                </a:tc>
                <a:tc>
                  <a:txBody>
                    <a:bodyPr/>
                    <a:lstStyle/>
                    <a:p>
                      <a:r>
                        <a:rPr kumimoji="1" lang="ja-JP" altLang="en-US" sz="1200" dirty="0"/>
                        <a:t>営業企画エージェントからの企画に応じて画像を生成するエージェント</a:t>
                      </a:r>
                    </a:p>
                  </a:txBody>
                  <a:tcPr marL="60960" marR="60960" marT="30480" marB="30480"/>
                </a:tc>
                <a:extLst>
                  <a:ext uri="{0D108BD9-81ED-4DB2-BD59-A6C34878D82A}">
                    <a16:rowId xmlns:a16="http://schemas.microsoft.com/office/drawing/2014/main" val="3575944999"/>
                  </a:ext>
                </a:extLst>
              </a:tr>
              <a:tr h="534987">
                <a:tc>
                  <a:txBody>
                    <a:bodyPr/>
                    <a:lstStyle/>
                    <a:p>
                      <a:endParaRPr kumimoji="1" lang="ja-JP" altLang="en-US" sz="1200" dirty="0"/>
                    </a:p>
                  </a:txBody>
                  <a:tcPr marL="60960" marR="60960" marT="30480" marB="30480"/>
                </a:tc>
                <a:tc>
                  <a:txBody>
                    <a:bodyPr/>
                    <a:lstStyle/>
                    <a:p>
                      <a:endParaRPr kumimoji="1" lang="ja-JP" altLang="en-US" sz="1200" dirty="0"/>
                    </a:p>
                  </a:txBody>
                  <a:tcPr marL="60960" marR="60960" marT="30480" marB="30480"/>
                </a:tc>
                <a:tc>
                  <a:txBody>
                    <a:bodyPr/>
                    <a:lstStyle/>
                    <a:p>
                      <a:r>
                        <a:rPr kumimoji="1" lang="ja-JP" altLang="en-US" sz="1200" dirty="0"/>
                        <a:t>営業マンエージェント</a:t>
                      </a:r>
                    </a:p>
                  </a:txBody>
                  <a:tcPr marL="60960" marR="60960" marT="30480" marB="30480"/>
                </a:tc>
                <a:tc>
                  <a:txBody>
                    <a:bodyPr/>
                    <a:lstStyle/>
                    <a:p>
                      <a:r>
                        <a:rPr kumimoji="1" lang="ja-JP" altLang="en-US" sz="1200" dirty="0"/>
                        <a:t>承認された具体的なアクションに対して実行するエージェント</a:t>
                      </a:r>
                    </a:p>
                  </a:txBody>
                  <a:tcPr marL="60960" marR="60960" marT="30480" marB="30480"/>
                </a:tc>
                <a:extLst>
                  <a:ext uri="{0D108BD9-81ED-4DB2-BD59-A6C34878D82A}">
                    <a16:rowId xmlns:a16="http://schemas.microsoft.com/office/drawing/2014/main" val="1529863588"/>
                  </a:ext>
                </a:extLst>
              </a:tr>
              <a:tr h="534987">
                <a:tc>
                  <a:txBody>
                    <a:bodyPr/>
                    <a:lstStyle/>
                    <a:p>
                      <a:endParaRPr kumimoji="1" lang="ja-JP" altLang="en-US" sz="1200" dirty="0"/>
                    </a:p>
                  </a:txBody>
                  <a:tcPr marL="60960" marR="60960" marT="30480" marB="30480"/>
                </a:tc>
                <a:tc>
                  <a:txBody>
                    <a:bodyPr/>
                    <a:lstStyle/>
                    <a:p>
                      <a:r>
                        <a:rPr kumimoji="1" lang="ja-JP" altLang="en-US" sz="1200" dirty="0"/>
                        <a:t>広報</a:t>
                      </a:r>
                    </a:p>
                  </a:txBody>
                  <a:tcPr marL="60960" marR="60960" marT="30480" marB="30480"/>
                </a:tc>
                <a:tc>
                  <a:txBody>
                    <a:bodyPr/>
                    <a:lstStyle/>
                    <a:p>
                      <a:r>
                        <a:rPr kumimoji="1" lang="ja-JP" altLang="en-US" sz="1200" dirty="0"/>
                        <a:t>バリューアップエージェント</a:t>
                      </a:r>
                    </a:p>
                  </a:txBody>
                  <a:tcPr marL="60960" marR="60960" marT="30480" marB="30480"/>
                </a:tc>
                <a:tc>
                  <a:txBody>
                    <a:bodyPr/>
                    <a:lstStyle/>
                    <a:p>
                      <a:r>
                        <a:rPr kumimoji="1" lang="ja-JP" altLang="en-US" sz="1200" dirty="0"/>
                        <a:t>スクールの価値を上げるための施策を企画立案するエージェント</a:t>
                      </a:r>
                    </a:p>
                  </a:txBody>
                  <a:tcPr marL="60960" marR="60960" marT="30480" marB="30480"/>
                </a:tc>
                <a:extLst>
                  <a:ext uri="{0D108BD9-81ED-4DB2-BD59-A6C34878D82A}">
                    <a16:rowId xmlns:a16="http://schemas.microsoft.com/office/drawing/2014/main" val="2218439766"/>
                  </a:ext>
                </a:extLst>
              </a:tr>
              <a:tr h="534987">
                <a:tc>
                  <a:txBody>
                    <a:bodyPr/>
                    <a:lstStyle/>
                    <a:p>
                      <a:endParaRPr kumimoji="1" lang="ja-JP" altLang="en-US" sz="1200" dirty="0"/>
                    </a:p>
                  </a:txBody>
                  <a:tcPr marL="60960" marR="60960" marT="30480" marB="30480"/>
                </a:tc>
                <a:tc>
                  <a:txBody>
                    <a:bodyPr/>
                    <a:lstStyle/>
                    <a:p>
                      <a:endParaRPr kumimoji="1" lang="ja-JP" altLang="en-US" sz="1200" dirty="0"/>
                    </a:p>
                  </a:txBody>
                  <a:tcPr marL="60960" marR="60960" marT="30480" marB="30480"/>
                </a:tc>
                <a:tc>
                  <a:txBody>
                    <a:bodyPr/>
                    <a:lstStyle/>
                    <a:p>
                      <a:r>
                        <a:rPr kumimoji="1" lang="ja-JP" altLang="en-US" sz="1200" dirty="0"/>
                        <a:t>広報エージェント</a:t>
                      </a:r>
                    </a:p>
                  </a:txBody>
                  <a:tcPr marL="60960" marR="60960" marT="30480" marB="30480"/>
                </a:tc>
                <a:tc>
                  <a:txBody>
                    <a:bodyPr/>
                    <a:lstStyle/>
                    <a:p>
                      <a:r>
                        <a:rPr kumimoji="1" lang="en-US" altLang="ja-JP" sz="1200" dirty="0"/>
                        <a:t>SNS</a:t>
                      </a:r>
                      <a:r>
                        <a:rPr kumimoji="1" lang="ja-JP" altLang="en-US" sz="1200" dirty="0"/>
                        <a:t>含めた媒体に自動分析、半自動で投稿</a:t>
                      </a:r>
                    </a:p>
                  </a:txBody>
                  <a:tcPr marL="60960" marR="60960" marT="30480" marB="30480"/>
                </a:tc>
                <a:extLst>
                  <a:ext uri="{0D108BD9-81ED-4DB2-BD59-A6C34878D82A}">
                    <a16:rowId xmlns:a16="http://schemas.microsoft.com/office/drawing/2014/main" val="321638938"/>
                  </a:ext>
                </a:extLst>
              </a:tr>
            </a:tbl>
          </a:graphicData>
        </a:graphic>
      </p:graphicFrame>
    </p:spTree>
    <p:extLst>
      <p:ext uri="{BB962C8B-B14F-4D97-AF65-F5344CB8AC3E}">
        <p14:creationId xmlns:p14="http://schemas.microsoft.com/office/powerpoint/2010/main" val="320349293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776</Words>
  <Application>Microsoft Office PowerPoint</Application>
  <PresentationFormat>ワイド画面</PresentationFormat>
  <Paragraphs>159</Paragraphs>
  <Slides>7</Slides>
  <Notes>7</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7</vt:i4>
      </vt:variant>
    </vt:vector>
  </HeadingPairs>
  <TitlesOfParts>
    <vt:vector size="13" baseType="lpstr">
      <vt:lpstr>游ゴシック</vt:lpstr>
      <vt:lpstr>游ゴシック Light</vt:lpstr>
      <vt:lpstr>Arial</vt:lpstr>
      <vt:lpstr>Calibri</vt:lpstr>
      <vt:lpstr>Office テーマ</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旭飛 長畑</dc:creator>
  <cp:lastModifiedBy>旭飛 長畑</cp:lastModifiedBy>
  <cp:revision>2</cp:revision>
  <dcterms:created xsi:type="dcterms:W3CDTF">2026-05-08T16:59:44Z</dcterms:created>
  <dcterms:modified xsi:type="dcterms:W3CDTF">2026-05-08T17:03:30Z</dcterms:modified>
</cp:coreProperties>
</file>